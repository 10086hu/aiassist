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c6bc50f48a4069" /><Relationship Type="http://schemas.openxmlformats.org/officeDocument/2006/relationships/extended-properties" Target="/docProps/app.xml" Id="Rd43cf19825724b52" /><Relationship Type="http://schemas.openxmlformats.org/officeDocument/2006/relationships/officeDocument" Target="/ppt/presentation.xml" Id="R6102bdc41bb741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c90c96c954d59"/>
  </p:sldMasterIdLst>
  <p:notesMasterIdLst>
    <p:notesMasterId xmlns:r="http://schemas.openxmlformats.org/officeDocument/2006/relationships" r:id="Rf424599255ca4b90"/>
  </p:notesMasterIdLst>
  <p:sldIdLst>
    <p:sldId xmlns:r="http://schemas.openxmlformats.org/officeDocument/2006/relationships" id="256" r:id="Rc4c966fbfd3447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ae5e2c66f47da" /><Relationship Type="http://schemas.openxmlformats.org/officeDocument/2006/relationships/slideMaster" Target="/ppt/slideMasters/slideMaster1.xml" Id="R683c90c96c954d59" /><Relationship Type="http://schemas.openxmlformats.org/officeDocument/2006/relationships/notesMaster" Target="/ppt/notesMasters/notesMaster1.xml" Id="Rf424599255ca4b90" /><Relationship Type="http://schemas.openxmlformats.org/officeDocument/2006/relationships/presProps" Target="/ppt/presProps.xml" Id="R831ba1a6c1694eba" /><Relationship Type="http://schemas.openxmlformats.org/officeDocument/2006/relationships/tableStyles" Target="/ppt/tableStyles.xml" Id="R0f1e7fa86d5e4677" /><Relationship Type="http://schemas.openxmlformats.org/officeDocument/2006/relationships/slide" Target="/ppt/slides/slide1.xml" Id="Rc4c966fbfd3447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dab772ade49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331790345412f" /><Relationship Type="http://schemas.openxmlformats.org/officeDocument/2006/relationships/notesMaster" Target="/ppt/notesMasters/notesMaster1.xml" Id="R85befe9ee938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内容依据：20261008-项目文档_修改版(3).docx。风格参考原PPT第1、2页。页面为总体设计示意，并非已部署模型清单，不表示项目已采用下列特定模型，也不借用论文性能作为项目成效。</a:t>
            </a:r>
          </a:p>
          <a:p xmlns:a="http://schemas.openxmlformats.org/drawingml/2006/main">
            <a:r>
              <a:t>[1] Yupan Huang, Tengchao Lv, Lei Cui, Yutong Lu, Furu Wei. LayoutLMv3: Pre-training for Document AI with Unified Text and Image Masking. ACM MM 2022. DOI: 10.1145/3503161.3548112. https://arxiv.org/abs/2204.08387 。图3借鉴文本与二维版面联合表示思想，删除预训练目标，改绘为可研文档解析方法示意。扫描材料识别仍属于后续探索。</a:t>
            </a:r>
          </a:p>
          <a:p xmlns:a="http://schemas.openxmlformats.org/drawingml/2006/main">
            <a:r>
              <a:t>[2] Nils Reimers, Iryna Gurevych. Sentence-BERT: Sentence Embeddings using Siamese BERT-Networks. EMNLP-IJCNLP 2019. DOI: 10.18653/v1/D19-1410. https://aclanthology.org/D19-1410/ 。图2借鉴共享编码、池化与余弦相似度流程。功能对应与重复检查属于业务适配，需规则与上下文复核，不能仅凭相似度认定。匹配矩阵颜色为示意，不是实测数据。</a:t>
            </a:r>
          </a:p>
          <a:p xmlns:a="http://schemas.openxmlformats.org/drawingml/2006/main">
            <a:r>
              <a:t>[3] James Thorne, Andreas Vlachos, Christos Christodoulopoulos, Arpit Mittal. FEVER: a Large-scale Dataset for Fact Extraction and VERification. NAACL 2018. DOI: 10.18653/v1/N18-1074. https://aclanthology.org/N18-1074/ 。借鉴证据检索、句子筛选、核验和资料不足输出的流程思想，改绘为政策与可研报告审查示意，非直接复用FEVER数据或分类器。材料不足需人工确认，完整性通过不代表专项审查通过。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d837de2f449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4276d63f84d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276ee1d6e4b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c5703198544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9c70c9c1b40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84166917c49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8D7222-2C28-4FCE-ACF8-9520CA5673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AB3868-7F35-49DD-A2E6-7195A3D99C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1B4B59-BB77-42DB-8597-84304B51C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9B1D22-AC7D-4D58-8370-565FE8B92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E51B64-E3EB-4DC8-95FA-6215D160BD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15BAEE-781D-4C21-A644-5F3E0F4378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2DC3AE-9773-40E9-B543-1D5BDED90A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98056F-BE4A-4FDF-80BF-1F10EFE65F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8EE5F4-31C3-45B3-A1C8-73C8D05A14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244C72-99AC-49B1-AB51-987B89D0CA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10709144714f66" /><Relationship Type="http://schemas.openxmlformats.org/officeDocument/2006/relationships/slideLayout" Target="/ppt/slideLayouts/slideLayout1.xml" Id="R3e36058b8af44158" /><Relationship Type="http://schemas.openxmlformats.org/officeDocument/2006/relationships/slideLayout" Target="/ppt/slideLayouts/slideLayout2.xml" Id="R2ef8c3e4cc7648ce" /><Relationship Type="http://schemas.openxmlformats.org/officeDocument/2006/relationships/slideLayout" Target="/ppt/slideLayouts/slideLayout3.xml" Id="Rc78b56fa2dd74e86" /><Relationship Type="http://schemas.openxmlformats.org/officeDocument/2006/relationships/slideLayout" Target="/ppt/slideLayouts/slideLayout4.xml" Id="R4100510397664c19" /><Relationship Type="http://schemas.openxmlformats.org/officeDocument/2006/relationships/slideLayout" Target="/ppt/slideLayouts/slideLayout5.xml" Id="Rf916cfe609da4a2a" /><Relationship Type="http://schemas.openxmlformats.org/officeDocument/2006/relationships/slideLayout" Target="/ppt/slideLayouts/slideLayout6.xml" Id="R1fa1938687cf42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6058b8af44158"/>
    <p:sldLayoutId xmlns:r="http://schemas.openxmlformats.org/officeDocument/2006/relationships" id="2147483650" r:id="R2ef8c3e4cc7648ce"/>
    <p:sldLayoutId xmlns:r="http://schemas.openxmlformats.org/officeDocument/2006/relationships" id="2147483651" r:id="Rc78b56fa2dd74e86"/>
    <p:sldLayoutId xmlns:r="http://schemas.openxmlformats.org/officeDocument/2006/relationships" id="2147483652" r:id="R4100510397664c19"/>
    <p:sldLayoutId xmlns:r="http://schemas.openxmlformats.org/officeDocument/2006/relationships" id="2147483653" r:id="Rf916cfe609da4a2a"/>
    <p:sldLayoutId xmlns:r="http://schemas.openxmlformats.org/officeDocument/2006/relationships" id="2147483654" r:id="R1fa1938687cf42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bd875a0be4fbc" /><Relationship Type="http://schemas.openxmlformats.org/officeDocument/2006/relationships/notesSlide" Target="/ppt/notesSlides/notesSlide1.xml" Id="R92308557da4d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图形-1">
            <a:extLst xmlns:a="http://schemas.openxmlformats.org/drawingml/2006/main">
              <a:ext uri="{FF2B5EF4-FFF2-40B4-BE49-F238E27FC236}">
                <a16:creationId xmlns:a16="http://schemas.microsoft.com/office/drawing/2014/main" id="{E7FB7647-82B2-42DF-835F-B023DA7A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4A0"/>
          </a:solidFill>
          <a:ln xmlns:a="http://schemas.openxmlformats.org/drawingml/2006/main" w="0">
            <a:noFill/>
            <a:prstDash val="solid"/>
          </a:ln>
        </p:spPr>
      </p:sp>
      <p:sp xmlns:a="http://schemas.openxmlformats.org/drawingml/2006/main">
        <p:nvSpPr>
          <p:cNvPr id="1048900" name="textbox 908"/>
          <p:cNvSpPr/>
          <p:nvPr/>
        </p:nvSpPr>
        <p:spPr>
          <a:xfrm>
            <a:off x="0" y="0"/>
            <a:ext cx="12192000" cy="719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1219200" rtl="0" eaLnBrk="0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marR="0" lvl="0" indent="0" algn="l" defTabSz="1219200" rtl="0" eaLnBrk="0" fontAlgn="auto" latinLnBrk="0" hangingPunct="1">
              <a:lnSpc>
                <a:spcPct val="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4485" marR="0" lvl="0" indent="0" algn="l" defTabSz="1219200" rtl="0" eaLnBrk="0" fontAlgn="auto" latinLnBrk="0" hangingPunct="1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0" cap="none" spc="250" normalizeH="0" baseline="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4 .</a:t>
            </a:r>
            <a:r>
              <a:rPr kumimoji="0" lang="zh-CN" altLang="en-US" sz="3200" b="1" i="0" u="none" strike="noStrike" kern="0" cap="none" spc="250" normalizeH="0" baseline="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最新</a:t>
            </a:r>
            <a:r>
              <a:rPr lang="zh-CN" altLang="en-US" sz="3200" b="1" kern="0" spc="250" noProof="0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工作与成效</a:t>
            </a:r>
            <a:r>
              <a:rPr kumimoji="0" sz="3200" b="1" i="0" u="none" strike="noStrike" kern="0" cap="none" spc="250" normalizeH="0" baseline="0" noProof="0" dirty="0">
                <a:ln>
                  <a:noFill/>
                </a:ln>
                <a:solidFill>
                  <a:srgbClr val="FFFF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kumimoji="0" lang="en-US" altLang="zh-CN" sz="3200" b="1" i="0" u="none" strike="noStrike" kern="0" cap="none" spc="250" normalizeH="0" baseline="0" noProof="0" dirty="0">
                <a:ln>
                  <a:noFill/>
                </a:ln>
                <a:solidFill>
                  <a:srgbClr val="FFFF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AI助手</a:t>
            </a:r>
            <a:r>
              <a:rPr kumimoji="0" lang="zh-CN" altLang="en-US" sz="3200" b="1" i="0" u="none" strike="noStrike" kern="0" cap="none" spc="250" normalizeH="0" baseline="0" noProof="0" dirty="0">
                <a:ln>
                  <a:noFill/>
                </a:ln>
                <a:solidFill>
                  <a:srgbClr val="FFFF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智能辅助审查</a:t>
            </a:r>
            <a:endParaRPr kumimoji="0" lang="zh-CN" altLang="en-US" sz="3200" b="1" i="0" u="none" strike="noStrike" kern="0" cap="none" spc="250" normalizeH="0" baseline="0" noProof="0" dirty="0">
              <a:ln>
                <a:noFill/>
              </a:ln>
              <a:solidFill>
                <a:srgbClr val="FFFF00">
                  <a:alpha val="10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 xmlns:a="http://schemas.openxmlformats.org/drawingml/2006/main">
        <p:nvSpPr>
          <p:cNvPr id="1048902" name="矩形 55"/>
          <p:cNvSpPr/>
          <p:nvPr/>
        </p:nvSpPr>
        <p:spPr>
          <a:xfrm>
            <a:off x="478838" y="1119862"/>
            <a:ext cx="11234420" cy="19383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 xmlns:a="http://schemas.openxmlformats.org/drawingml/2006/main">
        <p:nvSpPr>
          <p:cNvPr id="1048903" name="Text Box 13"/>
          <p:cNvSpPr txBox="1">
            <a:spLocks noChangeArrowheads="1"/>
          </p:cNvSpPr>
          <p:nvPr/>
        </p:nvSpPr>
        <p:spPr bwMode="auto">
          <a:xfrm>
            <a:off x="551384" y="1171433"/>
            <a:ext cx="2193153" cy="181796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155DA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xmlns:a="http://schemas.openxmlformats.org/drawingml/2006/main">
        <p:nvSpPr>
          <p:cNvPr id="1048904" name="Text Box 13"/>
          <p:cNvSpPr txBox="1">
            <a:spLocks noChangeArrowheads="1"/>
          </p:cNvSpPr>
          <p:nvPr/>
        </p:nvSpPr>
        <p:spPr bwMode="auto">
          <a:xfrm>
            <a:off x="2957240" y="1174840"/>
            <a:ext cx="4025275" cy="181451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155DA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xmlns:a="http://schemas.openxmlformats.org/drawingml/2006/main">
        <p:nvSpPr>
          <p:cNvPr id="1048905" name="Text Box 13"/>
          <p:cNvSpPr txBox="1">
            <a:spLocks noChangeArrowheads="1"/>
          </p:cNvSpPr>
          <p:nvPr/>
        </p:nvSpPr>
        <p:spPr bwMode="auto">
          <a:xfrm>
            <a:off x="7200229" y="1184436"/>
            <a:ext cx="4016957" cy="180491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155DA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图形-6">
            <a:extLst xmlns:a="http://schemas.openxmlformats.org/drawingml/2006/main">
              <a:ext uri="{FF2B5EF4-FFF2-40B4-BE49-F238E27FC236}">
                <a16:creationId xmlns:a16="http://schemas.microsoft.com/office/drawing/2014/main" id="{B6B299C6-FD41-4C98-BACA-B17D2EFE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90500" cy="5048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图形-7">
            <a:extLst xmlns:a="http://schemas.openxmlformats.org/drawingml/2006/main">
              <a:ext uri="{FF2B5EF4-FFF2-40B4-BE49-F238E27FC236}">
                <a16:creationId xmlns:a16="http://schemas.microsoft.com/office/drawing/2014/main" id="{189BDF59-D64D-4308-8704-35FFD630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52600"/>
            <a:ext cx="190500" cy="5048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文字-8-长文档与多格式材料">
            <a:extLst xmlns:a="http://schemas.openxmlformats.org/drawingml/2006/main">
              <a:ext uri="{FF2B5EF4-FFF2-40B4-BE49-F238E27FC236}">
                <a16:creationId xmlns:a16="http://schemas.microsoft.com/office/drawing/2014/main" id="{EC17B23C-E4AC-46EA-BE39-87751A31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47775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长文档与多格式材料</a:t>
            </a:r>
          </a:p>
        </p:txBody>
      </p:sp>
      <p:sp>
        <p:nvSpPr>
          <p:cNvPr id="9" name="图形-9">
            <a:extLst xmlns:a="http://schemas.openxmlformats.org/drawingml/2006/main">
              <a:ext uri="{FF2B5EF4-FFF2-40B4-BE49-F238E27FC236}">
                <a16:creationId xmlns:a16="http://schemas.microsoft.com/office/drawing/2014/main" id="{E85C16B0-D119-4CEB-8003-ABB4472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7620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  <a:prstDash val="solid"/>
          </a:ln>
        </p:spPr>
      </p:sp>
      <p:sp>
        <p:nvSpPr>
          <p:cNvPr id="10" name="图形-10">
            <a:extLst xmlns:a="http://schemas.openxmlformats.org/drawingml/2006/main">
              <a:ext uri="{FF2B5EF4-FFF2-40B4-BE49-F238E27FC236}">
                <a16:creationId xmlns:a16="http://schemas.microsoft.com/office/drawing/2014/main" id="{FBB6713D-0BC2-4FEC-BE65-3B6EE8AB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620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</p:sp>
      <p:sp>
        <p:nvSpPr>
          <p:cNvPr id="11" name="图形-11">
            <a:extLst xmlns:a="http://schemas.openxmlformats.org/drawingml/2006/main">
              <a:ext uri="{FF2B5EF4-FFF2-40B4-BE49-F238E27FC236}">
                <a16:creationId xmlns:a16="http://schemas.microsoft.com/office/drawing/2014/main" id="{4A5EB22C-62AC-4B39-8C55-E8C1E894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14500"/>
            <a:ext cx="7620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  <a:prstDash val="solid"/>
          </a:ln>
        </p:spPr>
      </p:sp>
      <p:sp>
        <p:nvSpPr>
          <p:cNvPr id="12" name="图形-12">
            <a:extLst xmlns:a="http://schemas.openxmlformats.org/drawingml/2006/main">
              <a:ext uri="{FF2B5EF4-FFF2-40B4-BE49-F238E27FC236}">
                <a16:creationId xmlns:a16="http://schemas.microsoft.com/office/drawing/2014/main" id="{37D516C4-AEDF-4ABB-8BE5-1EB3ED8F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752600"/>
            <a:ext cx="7620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</p:sp>
      <p:sp>
        <p:nvSpPr>
          <p:cNvPr id="13" name="文字-13-报告正文">
            <a:extLst xmlns:a="http://schemas.openxmlformats.org/drawingml/2006/main">
              <a:ext uri="{FF2B5EF4-FFF2-40B4-BE49-F238E27FC236}">
                <a16:creationId xmlns:a16="http://schemas.microsoft.com/office/drawing/2014/main" id="{D9BC632E-9669-4C7C-833A-B0122277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9070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报告正文</a:t>
            </a:r>
          </a:p>
        </p:txBody>
      </p:sp>
      <p:sp>
        <p:nvSpPr>
          <p:cNvPr id="14" name="图形-14">
            <a:extLst xmlns:a="http://schemas.openxmlformats.org/drawingml/2006/main">
              <a:ext uri="{FF2B5EF4-FFF2-40B4-BE49-F238E27FC236}">
                <a16:creationId xmlns:a16="http://schemas.microsoft.com/office/drawing/2014/main" id="{7EEF3DCB-36BE-483B-B3C6-659BC67D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71675"/>
            <a:ext cx="619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A"/>
          </a:solidFill>
          <a:ln xmlns:a="http://schemas.openxmlformats.org/drawingml/2006/main" w="6668">
            <a:solidFill>
              <a:srgbClr val="155DA5"/>
            </a:solidFill>
            <a:prstDash val="solid"/>
          </a:ln>
        </p:spPr>
      </p:sp>
      <p:sp>
        <p:nvSpPr>
          <p:cNvPr id="15" name="图形-15">
            <a:extLst xmlns:a="http://schemas.openxmlformats.org/drawingml/2006/main">
              <a:ext uri="{FF2B5EF4-FFF2-40B4-BE49-F238E27FC236}">
                <a16:creationId xmlns:a16="http://schemas.microsoft.com/office/drawing/2014/main" id="{519BFC2C-E428-4ADA-B3A3-C35A7567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0097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6" name="图形-16">
            <a:extLst xmlns:a="http://schemas.openxmlformats.org/drawingml/2006/main">
              <a:ext uri="{FF2B5EF4-FFF2-40B4-BE49-F238E27FC236}">
                <a16:creationId xmlns:a16="http://schemas.microsoft.com/office/drawing/2014/main" id="{483DD6B4-9387-4276-B4F1-D02C8C5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43125"/>
            <a:ext cx="619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2F8"/>
          </a:solidFill>
          <a:ln xmlns:a="http://schemas.openxmlformats.org/drawingml/2006/main" w="6668">
            <a:solidFill>
              <a:srgbClr val="7770A4"/>
            </a:solidFill>
            <a:prstDash val="solid"/>
          </a:ln>
        </p:spPr>
      </p:sp>
      <p:sp>
        <p:nvSpPr>
          <p:cNvPr id="17" name="图形-17">
            <a:extLst xmlns:a="http://schemas.openxmlformats.org/drawingml/2006/main">
              <a:ext uri="{FF2B5EF4-FFF2-40B4-BE49-F238E27FC236}">
                <a16:creationId xmlns:a16="http://schemas.microsoft.com/office/drawing/2014/main" id="{33FD2ECF-6505-4ED6-84F1-19FE0979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200275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8" name="图形-18">
            <a:extLst xmlns:a="http://schemas.openxmlformats.org/drawingml/2006/main">
              <a:ext uri="{FF2B5EF4-FFF2-40B4-BE49-F238E27FC236}">
                <a16:creationId xmlns:a16="http://schemas.microsoft.com/office/drawing/2014/main" id="{AC924E76-56C9-4B69-BD89-4BF75F0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276475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9" name="图形-19">
            <a:extLst xmlns:a="http://schemas.openxmlformats.org/drawingml/2006/main">
              <a:ext uri="{FF2B5EF4-FFF2-40B4-BE49-F238E27FC236}">
                <a16:creationId xmlns:a16="http://schemas.microsoft.com/office/drawing/2014/main" id="{22CE1D7F-3D5D-49F9-802C-8BB5098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352675"/>
            <a:ext cx="3594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20" name="图形-20">
            <a:extLst xmlns:a="http://schemas.openxmlformats.org/drawingml/2006/main">
              <a:ext uri="{FF2B5EF4-FFF2-40B4-BE49-F238E27FC236}">
                <a16:creationId xmlns:a16="http://schemas.microsoft.com/office/drawing/2014/main" id="{2D2CE979-0C87-4BF9-932C-06D83BEF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95550"/>
            <a:ext cx="6191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3533"/>
            </a:solidFill>
            <a:prstDash val="solid"/>
          </a:ln>
        </p:spPr>
      </p:sp>
      <p:sp>
        <p:nvSpPr>
          <p:cNvPr id="21" name="图形-21">
            <a:extLst xmlns:a="http://schemas.openxmlformats.org/drawingml/2006/main">
              <a:ext uri="{FF2B5EF4-FFF2-40B4-BE49-F238E27FC236}">
                <a16:creationId xmlns:a16="http://schemas.microsoft.com/office/drawing/2014/main" id="{636358B9-5925-43A0-9B5C-1E81A10F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5431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22" name="文字-22-预算附表">
            <a:extLst xmlns:a="http://schemas.openxmlformats.org/drawingml/2006/main">
              <a:ext uri="{FF2B5EF4-FFF2-40B4-BE49-F238E27FC236}">
                <a16:creationId xmlns:a16="http://schemas.microsoft.com/office/drawing/2014/main" id="{A91D627F-D212-4F9A-9074-269BECA3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9070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预算附表</a:t>
            </a:r>
          </a:p>
        </p:txBody>
      </p:sp>
      <p:sp>
        <p:nvSpPr>
          <p:cNvPr id="23" name="图形-23">
            <a:extLst xmlns:a="http://schemas.openxmlformats.org/drawingml/2006/main">
              <a:ext uri="{FF2B5EF4-FFF2-40B4-BE49-F238E27FC236}">
                <a16:creationId xmlns:a16="http://schemas.microsoft.com/office/drawing/2014/main" id="{19CE7434-4924-46A1-90C8-44F06E8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716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4EE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4" name="图形-24">
            <a:extLst xmlns:a="http://schemas.openxmlformats.org/drawingml/2006/main">
              <a:ext uri="{FF2B5EF4-FFF2-40B4-BE49-F238E27FC236}">
                <a16:creationId xmlns:a16="http://schemas.microsoft.com/office/drawing/2014/main" id="{C74C92DE-8B62-4A6F-AA51-1BD927B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9716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4EE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5" name="图形-25">
            <a:extLst xmlns:a="http://schemas.openxmlformats.org/drawingml/2006/main">
              <a:ext uri="{FF2B5EF4-FFF2-40B4-BE49-F238E27FC236}">
                <a16:creationId xmlns:a16="http://schemas.microsoft.com/office/drawing/2014/main" id="{2D442FF2-876E-4D1E-BC45-F3052333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716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4EE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6" name="图形-26">
            <a:extLst xmlns:a="http://schemas.openxmlformats.org/drawingml/2006/main">
              <a:ext uri="{FF2B5EF4-FFF2-40B4-BE49-F238E27FC236}">
                <a16:creationId xmlns:a16="http://schemas.microsoft.com/office/drawing/2014/main" id="{9F4D4366-BE49-4572-99FF-20F3980A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764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7" name="图形-27">
            <a:extLst xmlns:a="http://schemas.openxmlformats.org/drawingml/2006/main">
              <a:ext uri="{FF2B5EF4-FFF2-40B4-BE49-F238E27FC236}">
                <a16:creationId xmlns:a16="http://schemas.microsoft.com/office/drawing/2014/main" id="{CEC273FD-5F5C-4664-ABB9-B3678F7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0764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8" name="图形-28">
            <a:extLst xmlns:a="http://schemas.openxmlformats.org/drawingml/2006/main">
              <a:ext uri="{FF2B5EF4-FFF2-40B4-BE49-F238E27FC236}">
                <a16:creationId xmlns:a16="http://schemas.microsoft.com/office/drawing/2014/main" id="{E7BA14CC-3CFB-477B-AFD1-D174C2BF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9" name="图形-29">
            <a:extLst xmlns:a="http://schemas.openxmlformats.org/drawingml/2006/main">
              <a:ext uri="{FF2B5EF4-FFF2-40B4-BE49-F238E27FC236}">
                <a16:creationId xmlns:a16="http://schemas.microsoft.com/office/drawing/2014/main" id="{DEA727AB-2370-4F96-A02B-91D91A6D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8122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0" name="图形-30">
            <a:extLst xmlns:a="http://schemas.openxmlformats.org/drawingml/2006/main">
              <a:ext uri="{FF2B5EF4-FFF2-40B4-BE49-F238E27FC236}">
                <a16:creationId xmlns:a16="http://schemas.microsoft.com/office/drawing/2014/main" id="{85A293F4-6F4A-4E42-AA72-1823E7EB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8122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1" name="图形-31">
            <a:extLst xmlns:a="http://schemas.openxmlformats.org/drawingml/2006/main">
              <a:ext uri="{FF2B5EF4-FFF2-40B4-BE49-F238E27FC236}">
                <a16:creationId xmlns:a16="http://schemas.microsoft.com/office/drawing/2014/main" id="{90852ED8-D917-4BDF-8382-30ED24C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8122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2" name="图形-32">
            <a:extLst xmlns:a="http://schemas.openxmlformats.org/drawingml/2006/main">
              <a:ext uri="{FF2B5EF4-FFF2-40B4-BE49-F238E27FC236}">
                <a16:creationId xmlns:a16="http://schemas.microsoft.com/office/drawing/2014/main" id="{1B34C7A5-9DA9-40DD-B37F-1F7ED09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3" name="图形-33">
            <a:extLst xmlns:a="http://schemas.openxmlformats.org/drawingml/2006/main">
              <a:ext uri="{FF2B5EF4-FFF2-40B4-BE49-F238E27FC236}">
                <a16:creationId xmlns:a16="http://schemas.microsoft.com/office/drawing/2014/main" id="{08329A3D-63D7-4354-9539-702AF91E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28600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4" name="图形-34">
            <a:extLst xmlns:a="http://schemas.openxmlformats.org/drawingml/2006/main">
              <a:ext uri="{FF2B5EF4-FFF2-40B4-BE49-F238E27FC236}">
                <a16:creationId xmlns:a16="http://schemas.microsoft.com/office/drawing/2014/main" id="{67855875-4935-45FC-869A-4343EE7D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5" name="图形-35">
            <a:extLst xmlns:a="http://schemas.openxmlformats.org/drawingml/2006/main">
              <a:ext uri="{FF2B5EF4-FFF2-40B4-BE49-F238E27FC236}">
                <a16:creationId xmlns:a16="http://schemas.microsoft.com/office/drawing/2014/main" id="{D9D6DF96-8784-4F4D-8067-2903401B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907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6" name="图形-36">
            <a:extLst xmlns:a="http://schemas.openxmlformats.org/drawingml/2006/main">
              <a:ext uri="{FF2B5EF4-FFF2-40B4-BE49-F238E27FC236}">
                <a16:creationId xmlns:a16="http://schemas.microsoft.com/office/drawing/2014/main" id="{5D6AB2F8-2973-4EFE-94D3-B168659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907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7" name="图形-37">
            <a:extLst xmlns:a="http://schemas.openxmlformats.org/drawingml/2006/main">
              <a:ext uri="{FF2B5EF4-FFF2-40B4-BE49-F238E27FC236}">
                <a16:creationId xmlns:a16="http://schemas.microsoft.com/office/drawing/2014/main" id="{A9329D8F-1802-4161-A395-7FEC74AA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907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8" name="图形-38">
            <a:extLst xmlns:a="http://schemas.openxmlformats.org/drawingml/2006/main">
              <a:ext uri="{FF2B5EF4-FFF2-40B4-BE49-F238E27FC236}">
                <a16:creationId xmlns:a16="http://schemas.microsoft.com/office/drawing/2014/main" id="{6906D3BC-C58C-4CCA-8701-163EB572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955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9" name="图形-39">
            <a:extLst xmlns:a="http://schemas.openxmlformats.org/drawingml/2006/main">
              <a:ext uri="{FF2B5EF4-FFF2-40B4-BE49-F238E27FC236}">
                <a16:creationId xmlns:a16="http://schemas.microsoft.com/office/drawing/2014/main" id="{51E67F29-C781-4C21-BC16-E870E966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4955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40" name="图形-40">
            <a:extLst xmlns:a="http://schemas.openxmlformats.org/drawingml/2006/main">
              <a:ext uri="{FF2B5EF4-FFF2-40B4-BE49-F238E27FC236}">
                <a16:creationId xmlns:a16="http://schemas.microsoft.com/office/drawing/2014/main" id="{2D8DA2DA-29B8-43A8-942C-578685A0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41" name="图形-41">
            <a:extLst xmlns:a="http://schemas.openxmlformats.org/drawingml/2006/main">
              <a:ext uri="{FF2B5EF4-FFF2-40B4-BE49-F238E27FC236}">
                <a16:creationId xmlns:a16="http://schemas.microsoft.com/office/drawing/2014/main" id="{99621EB1-25E9-4B46-9F04-4F6D185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95550"/>
            <a:ext cx="6000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3533"/>
            </a:solidFill>
            <a:prstDash val="solid"/>
          </a:ln>
        </p:spPr>
      </p:sp>
      <p:sp>
        <p:nvSpPr>
          <p:cNvPr id="42" name="图形-42">
            <a:extLst xmlns:a="http://schemas.openxmlformats.org/drawingml/2006/main">
              <a:ext uri="{FF2B5EF4-FFF2-40B4-BE49-F238E27FC236}">
                <a16:creationId xmlns:a16="http://schemas.microsoft.com/office/drawing/2014/main" id="{35F243A6-C313-4652-B08A-B21FA250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95500"/>
            <a:ext cx="190500" cy="2286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3" name="文字-43-章节 / 表格 / 扫描附件">
            <a:extLst xmlns:a="http://schemas.openxmlformats.org/drawingml/2006/main">
              <a:ext uri="{FF2B5EF4-FFF2-40B4-BE49-F238E27FC236}">
                <a16:creationId xmlns:a16="http://schemas.microsoft.com/office/drawing/2014/main" id="{C36B9CC8-174A-4581-BEDE-E925374D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962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章节 / 表格 / 扫描附件</a:t>
            </a:r>
          </a:p>
        </p:txBody>
      </p:sp>
      <p:sp>
        <p:nvSpPr>
          <p:cNvPr id="44" name="文字-44-版面异构，材料缺口难定位">
            <a:extLst xmlns:a="http://schemas.openxmlformats.org/drawingml/2006/main">
              <a:ext uri="{FF2B5EF4-FFF2-40B4-BE49-F238E27FC236}">
                <a16:creationId xmlns:a16="http://schemas.microsoft.com/office/drawing/2014/main" id="{3878E323-93A1-47FA-8911-7EB610F5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版面异构，材料缺口难定位</a:t>
            </a:r>
          </a:p>
        </p:txBody>
      </p:sp>
      <p:sp>
        <p:nvSpPr>
          <p:cNvPr id="45" name="文字-45-跨章节语义关联复杂">
            <a:extLst xmlns:a="http://schemas.openxmlformats.org/drawingml/2006/main">
              <a:ext uri="{FF2B5EF4-FFF2-40B4-BE49-F238E27FC236}">
                <a16:creationId xmlns:a16="http://schemas.microsoft.com/office/drawing/2014/main" id="{D147192F-ED79-4D76-BF37-E1F9D827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247775"/>
            <a:ext cx="3810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跨章节语义关联复杂</a:t>
            </a:r>
          </a:p>
        </p:txBody>
      </p:sp>
      <p:sp>
        <p:nvSpPr>
          <p:cNvPr id="46" name="文字-46-建设内容">
            <a:extLst xmlns:a="http://schemas.openxmlformats.org/drawingml/2006/main">
              <a:ext uri="{FF2B5EF4-FFF2-40B4-BE49-F238E27FC236}">
                <a16:creationId xmlns:a16="http://schemas.microsoft.com/office/drawing/2014/main" id="{3C966723-E931-4D40-9B35-EC258811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09725"/>
            <a:ext cx="1057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建设内容</a:t>
            </a:r>
          </a:p>
        </p:txBody>
      </p:sp>
      <p:sp>
        <p:nvSpPr>
          <p:cNvPr id="47" name="文字-47-功能清单">
            <a:extLst xmlns:a="http://schemas.openxmlformats.org/drawingml/2006/main">
              <a:ext uri="{FF2B5EF4-FFF2-40B4-BE49-F238E27FC236}">
                <a16:creationId xmlns:a16="http://schemas.microsoft.com/office/drawing/2014/main" id="{4EBD8361-F96A-493A-8CDD-5C9FFAC7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09725"/>
            <a:ext cx="1057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功能清单</a:t>
            </a:r>
          </a:p>
        </p:txBody>
      </p:sp>
      <p:sp>
        <p:nvSpPr>
          <p:cNvPr id="48" name="图形-48">
            <a:extLst xmlns:a="http://schemas.openxmlformats.org/drawingml/2006/main">
              <a:ext uri="{FF2B5EF4-FFF2-40B4-BE49-F238E27FC236}">
                <a16:creationId xmlns:a16="http://schemas.microsoft.com/office/drawing/2014/main" id="{C328324B-CF04-40F3-A186-5B8CB50B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19431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49" name="图形-49">
            <a:extLst xmlns:a="http://schemas.openxmlformats.org/drawingml/2006/main">
              <a:ext uri="{FF2B5EF4-FFF2-40B4-BE49-F238E27FC236}">
                <a16:creationId xmlns:a16="http://schemas.microsoft.com/office/drawing/2014/main" id="{3CB8B782-B899-4769-92ED-4187DCCB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1943100"/>
            <a:ext cx="3429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6B8CD"/>
            </a:solidFill>
            <a:prstDash val="solid"/>
          </a:ln>
        </p:spPr>
      </p:sp>
      <p:sp>
        <p:nvSpPr>
          <p:cNvPr id="50" name="图形-50">
            <a:extLst xmlns:a="http://schemas.openxmlformats.org/drawingml/2006/main">
              <a:ext uri="{FF2B5EF4-FFF2-40B4-BE49-F238E27FC236}">
                <a16:creationId xmlns:a16="http://schemas.microsoft.com/office/drawing/2014/main" id="{531BB4A6-33D2-4572-A813-2DEC0403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2181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51" name="图形-51">
            <a:extLst xmlns:a="http://schemas.openxmlformats.org/drawingml/2006/main">
              <a:ext uri="{FF2B5EF4-FFF2-40B4-BE49-F238E27FC236}">
                <a16:creationId xmlns:a16="http://schemas.microsoft.com/office/drawing/2014/main" id="{8E3BB94E-F3AF-4787-88EA-FCBAC4CE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2181225"/>
            <a:ext cx="3429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6B8CD"/>
            </a:solidFill>
            <a:prstDash val="solid"/>
          </a:ln>
        </p:spPr>
      </p:sp>
      <p:sp>
        <p:nvSpPr>
          <p:cNvPr id="52" name="图形-52">
            <a:extLst xmlns:a="http://schemas.openxmlformats.org/drawingml/2006/main">
              <a:ext uri="{FF2B5EF4-FFF2-40B4-BE49-F238E27FC236}">
                <a16:creationId xmlns:a16="http://schemas.microsoft.com/office/drawing/2014/main" id="{DEEF786E-CC75-42CF-B112-497D67D6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00525" y="1943100"/>
            <a:ext cx="3429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6B8CD"/>
            </a:solidFill>
            <a:prstDash val="solid"/>
          </a:ln>
        </p:spPr>
      </p:sp>
      <p:sp>
        <p:nvSpPr>
          <p:cNvPr id="53" name="图形-53">
            <a:extLst xmlns:a="http://schemas.openxmlformats.org/drawingml/2006/main">
              <a:ext uri="{FF2B5EF4-FFF2-40B4-BE49-F238E27FC236}">
                <a16:creationId xmlns:a16="http://schemas.microsoft.com/office/drawing/2014/main" id="{25F90180-0C06-4325-8CF1-5A985BC5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24193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54" name="文字-54-用户管理">
            <a:extLst xmlns:a="http://schemas.openxmlformats.org/drawingml/2006/main">
              <a:ext uri="{FF2B5EF4-FFF2-40B4-BE49-F238E27FC236}">
                <a16:creationId xmlns:a16="http://schemas.microsoft.com/office/drawing/2014/main" id="{2032366A-22A9-41EB-87DB-D2919FD6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55" name="文字-55-数据共享">
            <a:extLst xmlns:a="http://schemas.openxmlformats.org/drawingml/2006/main">
              <a:ext uri="{FF2B5EF4-FFF2-40B4-BE49-F238E27FC236}">
                <a16:creationId xmlns:a16="http://schemas.microsoft.com/office/drawing/2014/main" id="{D2236C77-407F-4820-AE29-C023700D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85975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数据共享</a:t>
            </a:r>
          </a:p>
        </p:txBody>
      </p:sp>
      <p:sp>
        <p:nvSpPr>
          <p:cNvPr id="56" name="文字-56-统一认证">
            <a:extLst xmlns:a="http://schemas.openxmlformats.org/drawingml/2006/main">
              <a:ext uri="{FF2B5EF4-FFF2-40B4-BE49-F238E27FC236}">
                <a16:creationId xmlns:a16="http://schemas.microsoft.com/office/drawing/2014/main" id="{C99BE9E2-EC1B-4897-A8A8-A7D37D52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统一认证</a:t>
            </a:r>
          </a:p>
        </p:txBody>
      </p:sp>
      <p:sp>
        <p:nvSpPr>
          <p:cNvPr id="57" name="文字-57-业务办理">
            <a:extLst xmlns:a="http://schemas.openxmlformats.org/drawingml/2006/main">
              <a:ext uri="{FF2B5EF4-FFF2-40B4-BE49-F238E27FC236}">
                <a16:creationId xmlns:a16="http://schemas.microsoft.com/office/drawing/2014/main" id="{ADAF4F29-1398-411E-8DFD-416ECE01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62225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业务办理</a:t>
            </a:r>
          </a:p>
        </p:txBody>
      </p:sp>
      <p:sp>
        <p:nvSpPr>
          <p:cNvPr id="58" name="文字-58-账户维护">
            <a:extLst xmlns:a="http://schemas.openxmlformats.org/drawingml/2006/main">
              <a:ext uri="{FF2B5EF4-FFF2-40B4-BE49-F238E27FC236}">
                <a16:creationId xmlns:a16="http://schemas.microsoft.com/office/drawing/2014/main" id="{D12594D5-C7BB-42D1-A656-E38C3BDC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账户维护</a:t>
            </a:r>
          </a:p>
        </p:txBody>
      </p:sp>
      <p:sp>
        <p:nvSpPr>
          <p:cNvPr id="59" name="文字-59-信息交换">
            <a:extLst xmlns:a="http://schemas.openxmlformats.org/drawingml/2006/main">
              <a:ext uri="{FF2B5EF4-FFF2-40B4-BE49-F238E27FC236}">
                <a16:creationId xmlns:a16="http://schemas.microsoft.com/office/drawing/2014/main" id="{DAAB7643-BA36-453A-8457-9E7B9316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85975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信息交换</a:t>
            </a:r>
          </a:p>
        </p:txBody>
      </p:sp>
      <p:sp>
        <p:nvSpPr>
          <p:cNvPr id="60" name="文字-60-身份认证">
            <a:extLst xmlns:a="http://schemas.openxmlformats.org/drawingml/2006/main">
              <a:ext uri="{FF2B5EF4-FFF2-40B4-BE49-F238E27FC236}">
                <a16:creationId xmlns:a16="http://schemas.microsoft.com/office/drawing/2014/main" id="{377BB6C5-830F-4096-95E8-0D679E2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2410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身份认证</a:t>
            </a:r>
          </a:p>
        </p:txBody>
      </p:sp>
      <p:sp>
        <p:nvSpPr>
          <p:cNvPr id="61" name="文字-61-统计分析">
            <a:extLst xmlns:a="http://schemas.openxmlformats.org/drawingml/2006/main">
              <a:ext uri="{FF2B5EF4-FFF2-40B4-BE49-F238E27FC236}">
                <a16:creationId xmlns:a16="http://schemas.microsoft.com/office/drawing/2014/main" id="{65AC18FB-AF33-4AB1-8973-ED70460C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62225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统计分析</a:t>
            </a:r>
          </a:p>
        </p:txBody>
      </p:sp>
      <p:sp>
        <p:nvSpPr>
          <p:cNvPr id="62" name="图形-62">
            <a:extLst xmlns:a="http://schemas.openxmlformats.org/drawingml/2006/main">
              <a:ext uri="{FF2B5EF4-FFF2-40B4-BE49-F238E27FC236}">
                <a16:creationId xmlns:a16="http://schemas.microsoft.com/office/drawing/2014/main" id="{172DE77E-06F9-4FF8-AAAA-5A6C67C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26574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3533"/>
            </a:solidFill>
            <a:prstDash val="dash"/>
          </a:ln>
        </p:spPr>
      </p:sp>
      <p:sp>
        <p:nvSpPr>
          <p:cNvPr id="63" name="文字-63-×">
            <a:extLst xmlns:a="http://schemas.openxmlformats.org/drawingml/2006/main">
              <a:ext uri="{FF2B5EF4-FFF2-40B4-BE49-F238E27FC236}">
                <a16:creationId xmlns:a16="http://schemas.microsoft.com/office/drawing/2014/main" id="{97E72DA2-C93E-4918-9146-251F641E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14600"/>
            <a:ext cx="171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64" name="文字-64-关系矩阵">
            <a:extLst xmlns:a="http://schemas.openxmlformats.org/drawingml/2006/main">
              <a:ext uri="{FF2B5EF4-FFF2-40B4-BE49-F238E27FC236}">
                <a16:creationId xmlns:a16="http://schemas.microsoft.com/office/drawing/2014/main" id="{CC5FCA71-66F3-43CC-966C-A6CDBF70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关系矩阵</a:t>
            </a:r>
          </a:p>
        </p:txBody>
      </p:sp>
      <p:sp>
        <p:nvSpPr>
          <p:cNvPr id="65" name="图形-65">
            <a:extLst xmlns:a="http://schemas.openxmlformats.org/drawingml/2006/main">
              <a:ext uri="{FF2B5EF4-FFF2-40B4-BE49-F238E27FC236}">
                <a16:creationId xmlns:a16="http://schemas.microsoft.com/office/drawing/2014/main" id="{76CBC3D8-A6E0-4668-85E8-4F50FC4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95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66" name="图形-66">
            <a:extLst xmlns:a="http://schemas.openxmlformats.org/drawingml/2006/main">
              <a:ext uri="{FF2B5EF4-FFF2-40B4-BE49-F238E27FC236}">
                <a16:creationId xmlns:a16="http://schemas.microsoft.com/office/drawing/2014/main" id="{75B89176-464A-4C94-BF31-54F42300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95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67" name="图形-67">
            <a:extLst xmlns:a="http://schemas.openxmlformats.org/drawingml/2006/main">
              <a:ext uri="{FF2B5EF4-FFF2-40B4-BE49-F238E27FC236}">
                <a16:creationId xmlns:a16="http://schemas.microsoft.com/office/drawing/2014/main" id="{FDF8427E-E2B7-4B4B-AF79-D88DFBC3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68" name="图形-68">
            <a:extLst xmlns:a="http://schemas.openxmlformats.org/drawingml/2006/main">
              <a:ext uri="{FF2B5EF4-FFF2-40B4-BE49-F238E27FC236}">
                <a16:creationId xmlns:a16="http://schemas.microsoft.com/office/drawing/2014/main" id="{DCC52D61-3BDF-4D3E-BCA2-55AB2CE7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95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9DF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69" name="图形-69">
            <a:extLst xmlns:a="http://schemas.openxmlformats.org/drawingml/2006/main">
              <a:ext uri="{FF2B5EF4-FFF2-40B4-BE49-F238E27FC236}">
                <a16:creationId xmlns:a16="http://schemas.microsoft.com/office/drawing/2014/main" id="{DF18EF13-E247-45F1-82AE-D4B17C62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0" name="图形-70">
            <a:extLst xmlns:a="http://schemas.openxmlformats.org/drawingml/2006/main">
              <a:ext uri="{FF2B5EF4-FFF2-40B4-BE49-F238E27FC236}">
                <a16:creationId xmlns:a16="http://schemas.microsoft.com/office/drawing/2014/main" id="{1C839B94-79E5-436D-9477-8824EB2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7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1" name="图形-71">
            <a:extLst xmlns:a="http://schemas.openxmlformats.org/drawingml/2006/main">
              <a:ext uri="{FF2B5EF4-FFF2-40B4-BE49-F238E27FC236}">
                <a16:creationId xmlns:a16="http://schemas.microsoft.com/office/drawing/2014/main" id="{A409C426-4621-4D40-AF17-FFA23874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9DF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2" name="图形-72">
            <a:extLst xmlns:a="http://schemas.openxmlformats.org/drawingml/2006/main">
              <a:ext uri="{FF2B5EF4-FFF2-40B4-BE49-F238E27FC236}">
                <a16:creationId xmlns:a16="http://schemas.microsoft.com/office/drawing/2014/main" id="{153D2668-95B3-430B-BFCF-9941CC8E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7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3" name="图形-73">
            <a:extLst xmlns:a="http://schemas.openxmlformats.org/drawingml/2006/main">
              <a:ext uri="{FF2B5EF4-FFF2-40B4-BE49-F238E27FC236}">
                <a16:creationId xmlns:a16="http://schemas.microsoft.com/office/drawing/2014/main" id="{2B9CEA23-64B0-43A8-B589-AAC1F9AB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57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4" name="图形-74">
            <a:extLst xmlns:a="http://schemas.openxmlformats.org/drawingml/2006/main">
              <a:ext uri="{FF2B5EF4-FFF2-40B4-BE49-F238E27FC236}">
                <a16:creationId xmlns:a16="http://schemas.microsoft.com/office/drawing/2014/main" id="{13FE490C-A804-4074-91E1-3CCCA642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57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9DF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5" name="图形-75">
            <a:extLst xmlns:a="http://schemas.openxmlformats.org/drawingml/2006/main">
              <a:ext uri="{FF2B5EF4-FFF2-40B4-BE49-F238E27FC236}">
                <a16:creationId xmlns:a16="http://schemas.microsoft.com/office/drawing/2014/main" id="{F9A5D2F0-5FBA-45B7-AAD6-93EDAAF0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6" name="图形-76">
            <a:extLst xmlns:a="http://schemas.openxmlformats.org/drawingml/2006/main">
              <a:ext uri="{FF2B5EF4-FFF2-40B4-BE49-F238E27FC236}">
                <a16:creationId xmlns:a16="http://schemas.microsoft.com/office/drawing/2014/main" id="{C8D89958-A269-4D69-A0FF-51AA44A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57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7" name="图形-77">
            <a:extLst xmlns:a="http://schemas.openxmlformats.org/drawingml/2006/main">
              <a:ext uri="{FF2B5EF4-FFF2-40B4-BE49-F238E27FC236}">
                <a16:creationId xmlns:a16="http://schemas.microsoft.com/office/drawing/2014/main" id="{8E6F777C-0F4A-4B33-8D13-A4100B63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8" name="图形-78">
            <a:extLst xmlns:a="http://schemas.openxmlformats.org/drawingml/2006/main">
              <a:ext uri="{FF2B5EF4-FFF2-40B4-BE49-F238E27FC236}">
                <a16:creationId xmlns:a16="http://schemas.microsoft.com/office/drawing/2014/main" id="{A0B7FB85-94C7-4CAC-9451-2C916D5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9" name="图形-79">
            <a:extLst xmlns:a="http://schemas.openxmlformats.org/drawingml/2006/main">
              <a:ext uri="{FF2B5EF4-FFF2-40B4-BE49-F238E27FC236}">
                <a16:creationId xmlns:a16="http://schemas.microsoft.com/office/drawing/2014/main" id="{6B7BEA57-6747-4D1C-A5A4-099E9D44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80" name="图形-80">
            <a:extLst xmlns:a="http://schemas.openxmlformats.org/drawingml/2006/main">
              <a:ext uri="{FF2B5EF4-FFF2-40B4-BE49-F238E27FC236}">
                <a16:creationId xmlns:a16="http://schemas.microsoft.com/office/drawing/2014/main" id="{DED60710-5C47-49CF-9B89-34965F60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81" name="图形-81">
            <a:extLst xmlns:a="http://schemas.openxmlformats.org/drawingml/2006/main">
              <a:ext uri="{FF2B5EF4-FFF2-40B4-BE49-F238E27FC236}">
                <a16:creationId xmlns:a16="http://schemas.microsoft.com/office/drawing/2014/main" id="{EA75CA94-25C7-4811-A927-1A65E016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384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53533"/>
            </a:solidFill>
            <a:prstDash val="solid"/>
          </a:ln>
        </p:spPr>
      </p:sp>
      <p:sp>
        <p:nvSpPr>
          <p:cNvPr id="82" name="文字-82-未匹配项">
            <a:extLst xmlns:a="http://schemas.openxmlformats.org/drawingml/2006/main">
              <a:ext uri="{FF2B5EF4-FFF2-40B4-BE49-F238E27FC236}">
                <a16:creationId xmlns:a16="http://schemas.microsoft.com/office/drawing/2014/main" id="{B07894D2-B3DF-42E7-9F87-BAF48658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8477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未匹配项</a:t>
            </a:r>
          </a:p>
        </p:txBody>
      </p:sp>
      <p:sp>
        <p:nvSpPr>
          <p:cNvPr id="83" name="文字-83-语义改写、跨表对应与功能重复">
            <a:extLst xmlns:a="http://schemas.openxmlformats.org/drawingml/2006/main">
              <a:ext uri="{FF2B5EF4-FFF2-40B4-BE49-F238E27FC236}">
                <a16:creationId xmlns:a16="http://schemas.microsoft.com/office/drawing/2014/main" id="{BA40920B-C304-4E9A-A6F1-6B16CB88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71775"/>
            <a:ext cx="3819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语义改写、跨表对应与功能重复</a:t>
            </a:r>
          </a:p>
        </p:txBody>
      </p:sp>
      <p:sp>
        <p:nvSpPr>
          <p:cNvPr id="84" name="文字-84-审查依据分散，结论难回溯">
            <a:extLst xmlns:a="http://schemas.openxmlformats.org/drawingml/2006/main">
              <a:ext uri="{FF2B5EF4-FFF2-40B4-BE49-F238E27FC236}">
                <a16:creationId xmlns:a16="http://schemas.microsoft.com/office/drawing/2014/main" id="{FD63D218-3C69-4CB5-81E9-2F67E07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57300"/>
            <a:ext cx="38004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审查依据分散，结论难回溯</a:t>
            </a:r>
          </a:p>
        </p:txBody>
      </p:sp>
      <p:sp>
        <p:nvSpPr>
          <p:cNvPr id="85" name="文字-85-市级口径">
            <a:extLst xmlns:a="http://schemas.openxmlformats.org/drawingml/2006/main">
              <a:ext uri="{FF2B5EF4-FFF2-40B4-BE49-F238E27FC236}">
                <a16:creationId xmlns:a16="http://schemas.microsoft.com/office/drawing/2014/main" id="{19CD4A72-2DA4-409B-8CBB-CA073317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76400"/>
            <a:ext cx="1057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55DA5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市级口径</a:t>
            </a:r>
          </a:p>
        </p:txBody>
      </p:sp>
      <p:sp>
        <p:nvSpPr>
          <p:cNvPr id="86" name="文字-86-区级口径">
            <a:extLst xmlns:a="http://schemas.openxmlformats.org/drawingml/2006/main">
              <a:ext uri="{FF2B5EF4-FFF2-40B4-BE49-F238E27FC236}">
                <a16:creationId xmlns:a16="http://schemas.microsoft.com/office/drawing/2014/main" id="{2E5B05C2-3784-40EB-B6D4-CC55C4E4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76400"/>
            <a:ext cx="1057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55DA5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区级口径</a:t>
            </a:r>
          </a:p>
        </p:txBody>
      </p:sp>
      <p:sp>
        <p:nvSpPr>
          <p:cNvPr id="87" name="文字-87-政策版本">
            <a:extLst xmlns:a="http://schemas.openxmlformats.org/drawingml/2006/main">
              <a:ext uri="{FF2B5EF4-FFF2-40B4-BE49-F238E27FC236}">
                <a16:creationId xmlns:a16="http://schemas.microsoft.com/office/drawing/2014/main" id="{A76A31E0-D28D-45C3-902C-0CEC3611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76400"/>
            <a:ext cx="1057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55DA5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政策版本</a:t>
            </a:r>
          </a:p>
        </p:txBody>
      </p:sp>
      <p:sp>
        <p:nvSpPr>
          <p:cNvPr id="88" name="图形-88">
            <a:extLst xmlns:a="http://schemas.openxmlformats.org/drawingml/2006/main">
              <a:ext uri="{FF2B5EF4-FFF2-40B4-BE49-F238E27FC236}">
                <a16:creationId xmlns:a16="http://schemas.microsoft.com/office/drawing/2014/main" id="{59911EB7-9C86-4CA5-B2B4-94AFBEA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723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8573">
            <a:solidFill>
              <a:srgbClr val="101843"/>
            </a:solidFill>
            <a:prstDash val="solid"/>
          </a:ln>
        </p:spPr>
      </p:sp>
      <p:sp>
        <p:nvSpPr>
          <p:cNvPr id="89" name="文字-89-规则 R1">
            <a:extLst xmlns:a="http://schemas.openxmlformats.org/drawingml/2006/main">
              <a:ext uri="{FF2B5EF4-FFF2-40B4-BE49-F238E27FC236}">
                <a16:creationId xmlns:a16="http://schemas.microsoft.com/office/drawing/2014/main" id="{AFA8FCB3-B2B0-4C67-B9CC-AAFF5DA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 R1</a:t>
            </a:r>
          </a:p>
        </p:txBody>
      </p:sp>
      <p:sp>
        <p:nvSpPr>
          <p:cNvPr id="90" name="图形-90">
            <a:extLst xmlns:a="http://schemas.openxmlformats.org/drawingml/2006/main">
              <a:ext uri="{FF2B5EF4-FFF2-40B4-BE49-F238E27FC236}">
                <a16:creationId xmlns:a16="http://schemas.microsoft.com/office/drawing/2014/main" id="{3EFD89BE-B7D9-4A41-8A63-C87C62B6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723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8573">
            <a:solidFill>
              <a:srgbClr val="101843"/>
            </a:solidFill>
            <a:prstDash val="solid"/>
          </a:ln>
        </p:spPr>
      </p:sp>
      <p:sp>
        <p:nvSpPr>
          <p:cNvPr id="91" name="文字-91-规则 R2">
            <a:extLst xmlns:a="http://schemas.openxmlformats.org/drawingml/2006/main">
              <a:ext uri="{FF2B5EF4-FFF2-40B4-BE49-F238E27FC236}">
                <a16:creationId xmlns:a16="http://schemas.microsoft.com/office/drawing/2014/main" id="{9CEAF3BE-6681-49DD-9A2A-7BE7AA5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 R2</a:t>
            </a:r>
          </a:p>
        </p:txBody>
      </p:sp>
      <p:sp>
        <p:nvSpPr>
          <p:cNvPr id="92" name="图形-92">
            <a:extLst xmlns:a="http://schemas.openxmlformats.org/drawingml/2006/main">
              <a:ext uri="{FF2B5EF4-FFF2-40B4-BE49-F238E27FC236}">
                <a16:creationId xmlns:a16="http://schemas.microsoft.com/office/drawing/2014/main" id="{7588033C-58D4-4768-A118-8AA21CBC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0250"/>
            <a:ext cx="723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8573">
            <a:solidFill>
              <a:srgbClr val="101843"/>
            </a:solidFill>
            <a:prstDash val="solid"/>
          </a:ln>
        </p:spPr>
      </p:sp>
      <p:sp>
        <p:nvSpPr>
          <p:cNvPr id="93" name="文字-93-条款 R3">
            <a:extLst xmlns:a="http://schemas.openxmlformats.org/drawingml/2006/main">
              <a:ext uri="{FF2B5EF4-FFF2-40B4-BE49-F238E27FC236}">
                <a16:creationId xmlns:a16="http://schemas.microsoft.com/office/drawing/2014/main" id="{5381FA39-803B-4882-AC90-8851B656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0250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条款 R3</a:t>
            </a:r>
          </a:p>
        </p:txBody>
      </p:sp>
      <p:sp>
        <p:nvSpPr>
          <p:cNvPr id="94" name="图形-94">
            <a:extLst xmlns:a="http://schemas.openxmlformats.org/drawingml/2006/main">
              <a:ext uri="{FF2B5EF4-FFF2-40B4-BE49-F238E27FC236}">
                <a16:creationId xmlns:a16="http://schemas.microsoft.com/office/drawing/2014/main" id="{A0903464-002D-45D7-AE5B-65BB9A89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24800" y="2257425"/>
            <a:ext cx="12001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95" name="图形-95">
            <a:extLst xmlns:a="http://schemas.openxmlformats.org/drawingml/2006/main">
              <a:ext uri="{FF2B5EF4-FFF2-40B4-BE49-F238E27FC236}">
                <a16:creationId xmlns:a16="http://schemas.microsoft.com/office/drawing/2014/main" id="{9EC9040D-4820-407B-94A3-96B1438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05900" y="2257425"/>
            <a:ext cx="19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96" name="图形-96">
            <a:extLst xmlns:a="http://schemas.openxmlformats.org/drawingml/2006/main">
              <a:ext uri="{FF2B5EF4-FFF2-40B4-BE49-F238E27FC236}">
                <a16:creationId xmlns:a16="http://schemas.microsoft.com/office/drawing/2014/main" id="{21E65474-AA51-4227-9009-73FD2A8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24950" y="2257425"/>
            <a:ext cx="1162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97" name="文字-97-审查结论：某功能疑似重复">
            <a:extLst xmlns:a="http://schemas.openxmlformats.org/drawingml/2006/main">
              <a:ext uri="{FF2B5EF4-FFF2-40B4-BE49-F238E27FC236}">
                <a16:creationId xmlns:a16="http://schemas.microsoft.com/office/drawing/2014/main" id="{22EE159B-2E7C-45EA-864F-0D30E27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90775"/>
            <a:ext cx="32099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审查结论：某功能疑似重复</a:t>
            </a:r>
          </a:p>
        </p:txBody>
      </p:sp>
      <p:sp>
        <p:nvSpPr>
          <p:cNvPr id="98" name="文字-98-原文片段  ？   适用规则  ？   复核记录  ？">
            <a:extLst xmlns:a="http://schemas.openxmlformats.org/drawingml/2006/main">
              <a:ext uri="{FF2B5EF4-FFF2-40B4-BE49-F238E27FC236}">
                <a16:creationId xmlns:a16="http://schemas.microsoft.com/office/drawing/2014/main" id="{A81A5EA4-619B-4C88-B8B3-72129BD1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95575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原文片段  ？   适用规则  ？   复核记录  ？</a:t>
            </a:r>
          </a:p>
        </p:txBody>
      </p:sp>
      <p:sp>
        <p:nvSpPr>
          <p:cNvPr id="99" name="文字-99-审查难">
            <a:extLst xmlns:a="http://schemas.openxmlformats.org/drawingml/2006/main">
              <a:ext uri="{FF2B5EF4-FFF2-40B4-BE49-F238E27FC236}">
                <a16:creationId xmlns:a16="http://schemas.microsoft.com/office/drawing/2014/main" id="{1FBB6EDA-736E-40A4-94FB-9C7CAD33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200150"/>
            <a:ext cx="428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查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</a:t>
            </a:r>
          </a:p>
        </p:txBody>
      </p:sp>
      <p:sp>
        <p:nvSpPr>
          <p:cNvPr id="100" name="文字-100-融合文档结构与语义关系，以规则和证据支撑可追溯的智能辅助审查">
            <a:extLst xmlns:a="http://schemas.openxmlformats.org/drawingml/2006/main">
              <a:ext uri="{FF2B5EF4-FFF2-40B4-BE49-F238E27FC236}">
                <a16:creationId xmlns:a16="http://schemas.microsoft.com/office/drawing/2014/main" id="{47DE9A06-3CAD-45D9-A260-0BD052E9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95625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融合文档结构与语义关系，以规则和证据支撑可追溯的智能辅助审查</a:t>
            </a:r>
          </a:p>
        </p:txBody>
      </p:sp>
      <p:sp>
        <p:nvSpPr>
          <p:cNvPr id="101" name="图形-101">
            <a:extLst xmlns:a="http://schemas.openxmlformats.org/drawingml/2006/main">
              <a:ext uri="{FF2B5EF4-FFF2-40B4-BE49-F238E27FC236}">
                <a16:creationId xmlns:a16="http://schemas.microsoft.com/office/drawing/2014/main" id="{48B43596-4D9B-42D4-A173-A5B0BA89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11239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文字-102-总体思想">
            <a:extLst xmlns:a="http://schemas.openxmlformats.org/drawingml/2006/main">
              <a:ext uri="{FF2B5EF4-FFF2-40B4-BE49-F238E27FC236}">
                <a16:creationId xmlns:a16="http://schemas.microsoft.com/office/drawing/2014/main" id="{85737C9F-52CC-4144-9C6B-BA9BE7DC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6572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体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想</a:t>
            </a:r>
          </a:p>
        </p:txBody>
      </p:sp>
      <p:sp>
        <p:nvSpPr>
          <p:cNvPr id="103" name="图形-103">
            <a:extLst xmlns:a="http://schemas.openxmlformats.org/drawingml/2006/main">
              <a:ext uri="{FF2B5EF4-FFF2-40B4-BE49-F238E27FC236}">
                <a16:creationId xmlns:a16="http://schemas.microsoft.com/office/drawing/2014/main" id="{521918EA-8F3D-4999-A778-8141462B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103441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9D9"/>
            </a:solidFill>
            <a:prstDash val="solid"/>
          </a:ln>
        </p:spPr>
      </p:sp>
      <p:sp>
        <p:nvSpPr>
          <p:cNvPr id="104" name="文字-104-文档结构化与版面融合 [1]">
            <a:extLst xmlns:a="http://schemas.openxmlformats.org/drawingml/2006/main">
              <a:ext uri="{FF2B5EF4-FFF2-40B4-BE49-F238E27FC236}">
                <a16:creationId xmlns:a16="http://schemas.microsoft.com/office/drawing/2014/main" id="{655C8597-9286-464A-862A-160C52AF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943350"/>
            <a:ext cx="2867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文档结构化与版面融合 [1]</a:t>
            </a:r>
          </a:p>
        </p:txBody>
      </p:sp>
      <p:sp>
        <p:nvSpPr>
          <p:cNvPr id="105" name="图形-105">
            <a:extLst xmlns:a="http://schemas.openxmlformats.org/drawingml/2006/main">
              <a:ext uri="{FF2B5EF4-FFF2-40B4-BE49-F238E27FC236}">
                <a16:creationId xmlns:a16="http://schemas.microsoft.com/office/drawing/2014/main" id="{35DF7C64-0781-4C88-B3A7-760723F4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14825"/>
            <a:ext cx="857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  <a:prstDash val="solid"/>
          </a:ln>
        </p:spPr>
      </p:sp>
      <p:sp>
        <p:nvSpPr>
          <p:cNvPr id="106" name="图形-106">
            <a:extLst xmlns:a="http://schemas.openxmlformats.org/drawingml/2006/main">
              <a:ext uri="{FF2B5EF4-FFF2-40B4-BE49-F238E27FC236}">
                <a16:creationId xmlns:a16="http://schemas.microsoft.com/office/drawing/2014/main" id="{C76BD10B-5775-44D7-A1D9-21B79F61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52925"/>
            <a:ext cx="857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</p:sp>
      <p:sp>
        <p:nvSpPr>
          <p:cNvPr id="107" name="文字-107-可研报告">
            <a:extLst xmlns:a="http://schemas.openxmlformats.org/drawingml/2006/main">
              <a:ext uri="{FF2B5EF4-FFF2-40B4-BE49-F238E27FC236}">
                <a16:creationId xmlns:a16="http://schemas.microsoft.com/office/drawing/2014/main" id="{C2E84BCF-37C4-4956-A675-63F5F35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91025"/>
            <a:ext cx="7715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可研报告</a:t>
            </a:r>
          </a:p>
        </p:txBody>
      </p:sp>
      <p:sp>
        <p:nvSpPr>
          <p:cNvPr id="108" name="图形-108">
            <a:extLst xmlns:a="http://schemas.openxmlformats.org/drawingml/2006/main">
              <a:ext uri="{FF2B5EF4-FFF2-40B4-BE49-F238E27FC236}">
                <a16:creationId xmlns:a16="http://schemas.microsoft.com/office/drawing/2014/main" id="{73904EE3-CDB0-488A-BE67-05A4B3A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FA"/>
          </a:solidFill>
          <a:ln xmlns:a="http://schemas.openxmlformats.org/drawingml/2006/main" w="7620">
            <a:solidFill>
              <a:srgbClr val="155DA5"/>
            </a:solidFill>
            <a:prstDash val="solid"/>
          </a:ln>
        </p:spPr>
      </p:sp>
      <p:sp>
        <p:nvSpPr>
          <p:cNvPr id="109" name="图形-109">
            <a:extLst xmlns:a="http://schemas.openxmlformats.org/drawingml/2006/main">
              <a:ext uri="{FF2B5EF4-FFF2-40B4-BE49-F238E27FC236}">
                <a16:creationId xmlns:a16="http://schemas.microsoft.com/office/drawing/2014/main" id="{152D6364-77BF-4452-9EE3-5F2E8F0F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462915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10" name="图形-110">
            <a:extLst xmlns:a="http://schemas.openxmlformats.org/drawingml/2006/main">
              <a:ext uri="{FF2B5EF4-FFF2-40B4-BE49-F238E27FC236}">
                <a16:creationId xmlns:a16="http://schemas.microsoft.com/office/drawing/2014/main" id="{3A1B5D75-CE40-4C70-B744-E10385CC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676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7"/>
          </a:solidFill>
          <a:ln xmlns:a="http://schemas.openxmlformats.org/drawingml/2006/main" w="7620">
            <a:solidFill>
              <a:srgbClr val="7770A4"/>
            </a:solidFill>
            <a:prstDash val="solid"/>
          </a:ln>
        </p:spPr>
      </p:sp>
      <p:sp>
        <p:nvSpPr>
          <p:cNvPr id="111" name="图形-111">
            <a:extLst xmlns:a="http://schemas.openxmlformats.org/drawingml/2006/main">
              <a:ext uri="{FF2B5EF4-FFF2-40B4-BE49-F238E27FC236}">
                <a16:creationId xmlns:a16="http://schemas.microsoft.com/office/drawing/2014/main" id="{75BCBA80-C52E-4B6D-A18B-D7166AC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48387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12" name="图形-112">
            <a:extLst xmlns:a="http://schemas.openxmlformats.org/drawingml/2006/main">
              <a:ext uri="{FF2B5EF4-FFF2-40B4-BE49-F238E27FC236}">
                <a16:creationId xmlns:a16="http://schemas.microsoft.com/office/drawing/2014/main" id="{C48AC022-99F8-4598-BEC9-C93113E0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49244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13" name="图形-113">
            <a:extLst xmlns:a="http://schemas.openxmlformats.org/drawingml/2006/main">
              <a:ext uri="{FF2B5EF4-FFF2-40B4-BE49-F238E27FC236}">
                <a16:creationId xmlns:a16="http://schemas.microsoft.com/office/drawing/2014/main" id="{267FFAAA-A176-4DCE-B009-12C864E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5010150"/>
            <a:ext cx="4017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14" name="图形-114">
            <a:extLst xmlns:a="http://schemas.openxmlformats.org/drawingml/2006/main">
              <a:ext uri="{FF2B5EF4-FFF2-40B4-BE49-F238E27FC236}">
                <a16:creationId xmlns:a16="http://schemas.microsoft.com/office/drawing/2014/main" id="{A5C1F480-D07B-4828-B257-80E9E90F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625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5" name="图形-115">
            <a:extLst xmlns:a="http://schemas.openxmlformats.org/drawingml/2006/main">
              <a:ext uri="{FF2B5EF4-FFF2-40B4-BE49-F238E27FC236}">
                <a16:creationId xmlns:a16="http://schemas.microsoft.com/office/drawing/2014/main" id="{0B1BAE89-2B3E-4E8F-9434-22EEA510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51625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6" name="图形-116">
            <a:extLst xmlns:a="http://schemas.openxmlformats.org/drawingml/2006/main">
              <a:ext uri="{FF2B5EF4-FFF2-40B4-BE49-F238E27FC236}">
                <a16:creationId xmlns:a16="http://schemas.microsoft.com/office/drawing/2014/main" id="{4B154DBF-D749-467C-85F7-66A8B2D4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625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7" name="图形-117">
            <a:extLst xmlns:a="http://schemas.openxmlformats.org/drawingml/2006/main">
              <a:ext uri="{FF2B5EF4-FFF2-40B4-BE49-F238E27FC236}">
                <a16:creationId xmlns:a16="http://schemas.microsoft.com/office/drawing/2014/main" id="{67F336ED-38B6-46F6-A97E-7B993DC3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8" name="图形-118">
            <a:extLst xmlns:a="http://schemas.openxmlformats.org/drawingml/2006/main">
              <a:ext uri="{FF2B5EF4-FFF2-40B4-BE49-F238E27FC236}">
                <a16:creationId xmlns:a16="http://schemas.microsoft.com/office/drawing/2014/main" id="{6227FA60-56B7-4166-84E2-54879BD4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52768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9" name="图形-119">
            <a:extLst xmlns:a="http://schemas.openxmlformats.org/drawingml/2006/main">
              <a:ext uri="{FF2B5EF4-FFF2-40B4-BE49-F238E27FC236}">
                <a16:creationId xmlns:a16="http://schemas.microsoft.com/office/drawing/2014/main" id="{775473D3-07DF-4B60-9DD3-9EBFF06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768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20" name="图形-120">
            <a:extLst xmlns:a="http://schemas.openxmlformats.org/drawingml/2006/main">
              <a:ext uri="{FF2B5EF4-FFF2-40B4-BE49-F238E27FC236}">
                <a16:creationId xmlns:a16="http://schemas.microsoft.com/office/drawing/2014/main" id="{C1FBE55D-623A-4383-AF93-963F92B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911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21" name="图形-121">
            <a:extLst xmlns:a="http://schemas.openxmlformats.org/drawingml/2006/main">
              <a:ext uri="{FF2B5EF4-FFF2-40B4-BE49-F238E27FC236}">
                <a16:creationId xmlns:a16="http://schemas.microsoft.com/office/drawing/2014/main" id="{1E2E8CF2-A51C-4003-BE47-9C3FBA0E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53911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22" name="图形-122">
            <a:extLst xmlns:a="http://schemas.openxmlformats.org/drawingml/2006/main">
              <a:ext uri="{FF2B5EF4-FFF2-40B4-BE49-F238E27FC236}">
                <a16:creationId xmlns:a16="http://schemas.microsoft.com/office/drawing/2014/main" id="{8C670062-83A9-449D-B1E8-46D335EE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3911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23" name="图形-123">
            <a:extLst xmlns:a="http://schemas.openxmlformats.org/drawingml/2006/main">
              <a:ext uri="{FF2B5EF4-FFF2-40B4-BE49-F238E27FC236}">
                <a16:creationId xmlns:a16="http://schemas.microsoft.com/office/drawing/2014/main" id="{A0CA32CD-2A52-4F24-86C8-67BFEC1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6950" y="46482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24" name="图形-124">
            <a:extLst xmlns:a="http://schemas.openxmlformats.org/drawingml/2006/main">
              <a:ext uri="{FF2B5EF4-FFF2-40B4-BE49-F238E27FC236}">
                <a16:creationId xmlns:a16="http://schemas.microsoft.com/office/drawing/2014/main" id="{0EBDEDC0-E657-4D3C-AD3D-FE0D0758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6950" y="4943475"/>
            <a:ext cx="2286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25" name="图形-125">
            <a:extLst xmlns:a="http://schemas.openxmlformats.org/drawingml/2006/main">
              <a:ext uri="{FF2B5EF4-FFF2-40B4-BE49-F238E27FC236}">
                <a16:creationId xmlns:a16="http://schemas.microsoft.com/office/drawing/2014/main" id="{E3633A14-E5B3-4F92-8C22-B158487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6950" y="5267325"/>
            <a:ext cx="22860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26" name="文字-126-文本词向量">
            <a:extLst xmlns:a="http://schemas.openxmlformats.org/drawingml/2006/main">
              <a:ext uri="{FF2B5EF4-FFF2-40B4-BE49-F238E27FC236}">
                <a16:creationId xmlns:a16="http://schemas.microsoft.com/office/drawing/2014/main" id="{C0BB98BC-8B1F-460D-8AF3-9E8B5880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43400"/>
            <a:ext cx="1647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文本词向量</a:t>
            </a:r>
          </a:p>
        </p:txBody>
      </p:sp>
      <p:sp>
        <p:nvSpPr>
          <p:cNvPr id="127" name="图形-127">
            <a:extLst xmlns:a="http://schemas.openxmlformats.org/drawingml/2006/main">
              <a:ext uri="{FF2B5EF4-FFF2-40B4-BE49-F238E27FC236}">
                <a16:creationId xmlns:a16="http://schemas.microsoft.com/office/drawing/2014/main" id="{84E3AE96-D876-4C78-88A1-EFB5A3CC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28" name="图形-128">
            <a:extLst xmlns:a="http://schemas.openxmlformats.org/drawingml/2006/main">
              <a:ext uri="{FF2B5EF4-FFF2-40B4-BE49-F238E27FC236}">
                <a16:creationId xmlns:a16="http://schemas.microsoft.com/office/drawing/2014/main" id="{8D7C359C-38EB-456C-AB7C-2E5727AC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29" name="图形-129">
            <a:extLst xmlns:a="http://schemas.openxmlformats.org/drawingml/2006/main">
              <a:ext uri="{FF2B5EF4-FFF2-40B4-BE49-F238E27FC236}">
                <a16:creationId xmlns:a16="http://schemas.microsoft.com/office/drawing/2014/main" id="{B3633C33-AC01-4CA8-9D16-DA279EA2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0" name="图形-130">
            <a:extLst xmlns:a="http://schemas.openxmlformats.org/drawingml/2006/main">
              <a:ext uri="{FF2B5EF4-FFF2-40B4-BE49-F238E27FC236}">
                <a16:creationId xmlns:a16="http://schemas.microsoft.com/office/drawing/2014/main" id="{A0E9800D-38AB-4699-AEBF-AD8B8B88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1" name="图形-131">
            <a:extLst xmlns:a="http://schemas.openxmlformats.org/drawingml/2006/main">
              <a:ext uri="{FF2B5EF4-FFF2-40B4-BE49-F238E27FC236}">
                <a16:creationId xmlns:a16="http://schemas.microsoft.com/office/drawing/2014/main" id="{FA3E1E13-3E85-48BD-9CC2-2D95BDA4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2" name="图形-132">
            <a:extLst xmlns:a="http://schemas.openxmlformats.org/drawingml/2006/main">
              <a:ext uri="{FF2B5EF4-FFF2-40B4-BE49-F238E27FC236}">
                <a16:creationId xmlns:a16="http://schemas.microsoft.com/office/drawing/2014/main" id="{D03CAD7C-46D5-4A4D-89F2-D5FFB51A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3" name="图形-133">
            <a:extLst xmlns:a="http://schemas.openxmlformats.org/drawingml/2006/main">
              <a:ext uri="{FF2B5EF4-FFF2-40B4-BE49-F238E27FC236}">
                <a16:creationId xmlns:a16="http://schemas.microsoft.com/office/drawing/2014/main" id="{F7FB8CB5-37AB-4196-B15F-3FB11EF9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4" name="图形-134">
            <a:extLst xmlns:a="http://schemas.openxmlformats.org/drawingml/2006/main">
              <a:ext uri="{FF2B5EF4-FFF2-40B4-BE49-F238E27FC236}">
                <a16:creationId xmlns:a16="http://schemas.microsoft.com/office/drawing/2014/main" id="{D9379936-C7C4-44C1-AD47-6215C553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5" name="文字-135-二维版面位置">
            <a:extLst xmlns:a="http://schemas.openxmlformats.org/drawingml/2006/main">
              <a:ext uri="{FF2B5EF4-FFF2-40B4-BE49-F238E27FC236}">
                <a16:creationId xmlns:a16="http://schemas.microsoft.com/office/drawing/2014/main" id="{C4EB5269-076A-49DA-8D51-C287A082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29175"/>
            <a:ext cx="1647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二维版面位置</a:t>
            </a:r>
          </a:p>
        </p:txBody>
      </p:sp>
      <p:sp>
        <p:nvSpPr>
          <p:cNvPr id="136" name="图形-136">
            <a:extLst xmlns:a="http://schemas.openxmlformats.org/drawingml/2006/main">
              <a:ext uri="{FF2B5EF4-FFF2-40B4-BE49-F238E27FC236}">
                <a16:creationId xmlns:a16="http://schemas.microsoft.com/office/drawing/2014/main" id="{E91AA5E1-CC40-43D5-8A14-0330D46C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7" name="图形-137">
            <a:extLst xmlns:a="http://schemas.openxmlformats.org/drawingml/2006/main">
              <a:ext uri="{FF2B5EF4-FFF2-40B4-BE49-F238E27FC236}">
                <a16:creationId xmlns:a16="http://schemas.microsoft.com/office/drawing/2014/main" id="{A34FB2C5-A7D2-4890-9387-4A215CA9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8" name="图形-138">
            <a:extLst xmlns:a="http://schemas.openxmlformats.org/drawingml/2006/main">
              <a:ext uri="{FF2B5EF4-FFF2-40B4-BE49-F238E27FC236}">
                <a16:creationId xmlns:a16="http://schemas.microsoft.com/office/drawing/2014/main" id="{3EC7E6F3-1742-45B9-A4B2-C0931A3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9" name="图形-139">
            <a:extLst xmlns:a="http://schemas.openxmlformats.org/drawingml/2006/main">
              <a:ext uri="{FF2B5EF4-FFF2-40B4-BE49-F238E27FC236}">
                <a16:creationId xmlns:a16="http://schemas.microsoft.com/office/drawing/2014/main" id="{0D407BF4-772E-4208-8A2B-8A3484AD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0" name="图形-140">
            <a:extLst xmlns:a="http://schemas.openxmlformats.org/drawingml/2006/main">
              <a:ext uri="{FF2B5EF4-FFF2-40B4-BE49-F238E27FC236}">
                <a16:creationId xmlns:a16="http://schemas.microsoft.com/office/drawing/2014/main" id="{1410B1BC-F408-4118-971A-9C2DBFF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1" name="图形-141">
            <a:extLst xmlns:a="http://schemas.openxmlformats.org/drawingml/2006/main">
              <a:ext uri="{FF2B5EF4-FFF2-40B4-BE49-F238E27FC236}">
                <a16:creationId xmlns:a16="http://schemas.microsoft.com/office/drawing/2014/main" id="{2116C4DF-FB88-4832-87D4-346B8290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2" name="图形-142">
            <a:extLst xmlns:a="http://schemas.openxmlformats.org/drawingml/2006/main">
              <a:ext uri="{FF2B5EF4-FFF2-40B4-BE49-F238E27FC236}">
                <a16:creationId xmlns:a16="http://schemas.microsoft.com/office/drawing/2014/main" id="{6978C7E0-ABB0-4041-BCA5-18E129B8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3" name="图形-143">
            <a:extLst xmlns:a="http://schemas.openxmlformats.org/drawingml/2006/main">
              <a:ext uri="{FF2B5EF4-FFF2-40B4-BE49-F238E27FC236}">
                <a16:creationId xmlns:a16="http://schemas.microsoft.com/office/drawing/2014/main" id="{EA3C5B35-4399-4A38-9359-9AD2F9F2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4" name="文字-144-章节 / 表格索引">
            <a:extLst xmlns:a="http://schemas.openxmlformats.org/drawingml/2006/main">
              <a:ext uri="{FF2B5EF4-FFF2-40B4-BE49-F238E27FC236}">
                <a16:creationId xmlns:a16="http://schemas.microsoft.com/office/drawing/2014/main" id="{433083BD-F719-445C-A184-F455A87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57800"/>
            <a:ext cx="1647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章节 / 表格索引</a:t>
            </a:r>
          </a:p>
        </p:txBody>
      </p:sp>
      <p:sp>
        <p:nvSpPr>
          <p:cNvPr id="145" name="图形-145">
            <a:extLst xmlns:a="http://schemas.openxmlformats.org/drawingml/2006/main">
              <a:ext uri="{FF2B5EF4-FFF2-40B4-BE49-F238E27FC236}">
                <a16:creationId xmlns:a16="http://schemas.microsoft.com/office/drawing/2014/main" id="{CFE13560-5A26-47E9-B81B-6B35DA7D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6" name="图形-146">
            <a:extLst xmlns:a="http://schemas.openxmlformats.org/drawingml/2006/main">
              <a:ext uri="{FF2B5EF4-FFF2-40B4-BE49-F238E27FC236}">
                <a16:creationId xmlns:a16="http://schemas.microsoft.com/office/drawing/2014/main" id="{4049B6F2-BF26-4CC0-8223-3BC2F389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7" name="图形-147">
            <a:extLst xmlns:a="http://schemas.openxmlformats.org/drawingml/2006/main">
              <a:ext uri="{FF2B5EF4-FFF2-40B4-BE49-F238E27FC236}">
                <a16:creationId xmlns:a16="http://schemas.microsoft.com/office/drawing/2014/main" id="{AD3D9DFC-C301-40CA-9A20-2CC3477F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8" name="图形-148">
            <a:extLst xmlns:a="http://schemas.openxmlformats.org/drawingml/2006/main">
              <a:ext uri="{FF2B5EF4-FFF2-40B4-BE49-F238E27FC236}">
                <a16:creationId xmlns:a16="http://schemas.microsoft.com/office/drawing/2014/main" id="{8AC2DB1B-A8DC-43EA-AD4C-EBDA740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9" name="图形-149">
            <a:extLst xmlns:a="http://schemas.openxmlformats.org/drawingml/2006/main">
              <a:ext uri="{FF2B5EF4-FFF2-40B4-BE49-F238E27FC236}">
                <a16:creationId xmlns:a16="http://schemas.microsoft.com/office/drawing/2014/main" id="{FBBCD343-B3D8-475E-B0A2-3DE1982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50" name="图形-150">
            <a:extLst xmlns:a="http://schemas.openxmlformats.org/drawingml/2006/main">
              <a:ext uri="{FF2B5EF4-FFF2-40B4-BE49-F238E27FC236}">
                <a16:creationId xmlns:a16="http://schemas.microsoft.com/office/drawing/2014/main" id="{FE86617B-D79A-4288-ABF4-C7F07A5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51" name="图形-151">
            <a:extLst xmlns:a="http://schemas.openxmlformats.org/drawingml/2006/main">
              <a:ext uri="{FF2B5EF4-FFF2-40B4-BE49-F238E27FC236}">
                <a16:creationId xmlns:a16="http://schemas.microsoft.com/office/drawing/2014/main" id="{92103E8A-28BB-4623-B138-A7FC110F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52" name="图形-152">
            <a:extLst xmlns:a="http://schemas.openxmlformats.org/drawingml/2006/main">
              <a:ext uri="{FF2B5EF4-FFF2-40B4-BE49-F238E27FC236}">
                <a16:creationId xmlns:a16="http://schemas.microsoft.com/office/drawing/2014/main" id="{9C977D7B-C398-42E2-9994-46B79C6F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53" name="图形-153">
            <a:extLst xmlns:a="http://schemas.openxmlformats.org/drawingml/2006/main">
              <a:ext uri="{FF2B5EF4-FFF2-40B4-BE49-F238E27FC236}">
                <a16:creationId xmlns:a16="http://schemas.microsoft.com/office/drawing/2014/main" id="{CD4E9ADB-1CAE-442B-B6F0-8D955D89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28950" y="470535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4" name="图形-154">
            <a:extLst xmlns:a="http://schemas.openxmlformats.org/drawingml/2006/main">
              <a:ext uri="{FF2B5EF4-FFF2-40B4-BE49-F238E27FC236}">
                <a16:creationId xmlns:a16="http://schemas.microsoft.com/office/drawing/2014/main" id="{AFEF2E7D-1A21-4F92-9B27-E825B6A5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00425" y="5191125"/>
            <a:ext cx="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5" name="图形-155">
            <a:extLst xmlns:a="http://schemas.openxmlformats.org/drawingml/2006/main">
              <a:ext uri="{FF2B5EF4-FFF2-40B4-BE49-F238E27FC236}">
                <a16:creationId xmlns:a16="http://schemas.microsoft.com/office/drawing/2014/main" id="{896E048D-7CA8-4BE5-A457-57BB07E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71900" y="56197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6" name="图形-156">
            <a:extLst xmlns:a="http://schemas.openxmlformats.org/drawingml/2006/main">
              <a:ext uri="{FF2B5EF4-FFF2-40B4-BE49-F238E27FC236}">
                <a16:creationId xmlns:a16="http://schemas.microsoft.com/office/drawing/2014/main" id="{6787D357-BDCD-405D-A977-C64EFB61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24050" y="56102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7" name="图形-157">
            <a:extLst xmlns:a="http://schemas.openxmlformats.org/drawingml/2006/main">
              <a:ext uri="{FF2B5EF4-FFF2-40B4-BE49-F238E27FC236}">
                <a16:creationId xmlns:a16="http://schemas.microsoft.com/office/drawing/2014/main" id="{99ABB4D9-3B68-42FD-879F-818DF06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24050" y="57531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8" name="图形-158">
            <a:extLst xmlns:a="http://schemas.openxmlformats.org/drawingml/2006/main">
              <a:ext uri="{FF2B5EF4-FFF2-40B4-BE49-F238E27FC236}">
                <a16:creationId xmlns:a16="http://schemas.microsoft.com/office/drawing/2014/main" id="{091F437D-D9C0-4994-8F2B-56D34332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753100"/>
            <a:ext cx="1905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文字-159-文本 + 版面位置联合表示">
            <a:extLst xmlns:a="http://schemas.openxmlformats.org/drawingml/2006/main">
              <a:ext uri="{FF2B5EF4-FFF2-40B4-BE49-F238E27FC236}">
                <a16:creationId xmlns:a16="http://schemas.microsoft.com/office/drawing/2014/main" id="{0896B18D-077B-46CB-84B7-CF363546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9055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文本 + 版面位置联合表示</a:t>
            </a:r>
          </a:p>
        </p:txBody>
      </p:sp>
      <p:sp>
        <p:nvSpPr>
          <p:cNvPr id="160" name="文字-160-章节、表格、功能点与原文坐标">
            <a:extLst xmlns:a="http://schemas.openxmlformats.org/drawingml/2006/main">
              <a:ext uri="{FF2B5EF4-FFF2-40B4-BE49-F238E27FC236}">
                <a16:creationId xmlns:a16="http://schemas.microsoft.com/office/drawing/2014/main" id="{373F2DEE-E267-4FF4-B550-7E045C65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9125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章节、表格、功能点与原文坐标</a:t>
            </a:r>
          </a:p>
        </p:txBody>
      </p:sp>
      <p:sp>
        <p:nvSpPr>
          <p:cNvPr id="161" name="图形-161">
            <a:extLst xmlns:a="http://schemas.openxmlformats.org/drawingml/2006/main">
              <a:ext uri="{FF2B5EF4-FFF2-40B4-BE49-F238E27FC236}">
                <a16:creationId xmlns:a16="http://schemas.microsoft.com/office/drawing/2014/main" id="{BE450EB4-EA1B-4CDA-A2BD-9E5D5AB6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43500"/>
            <a:ext cx="209550" cy="3524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2" name="文字-162-语义匹配与跨章节关联 [2]">
            <a:extLst xmlns:a="http://schemas.openxmlformats.org/drawingml/2006/main">
              <a:ext uri="{FF2B5EF4-FFF2-40B4-BE49-F238E27FC236}">
                <a16:creationId xmlns:a16="http://schemas.microsoft.com/office/drawing/2014/main" id="{B7F3D5F1-12D7-4C17-BAC2-13C6AD08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3324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语义匹配与跨章节关联 [2]</a:t>
            </a:r>
          </a:p>
        </p:txBody>
      </p:sp>
      <p:sp>
        <p:nvSpPr>
          <p:cNvPr id="163" name="文字-163-建设内容片段">
            <a:extLst xmlns:a="http://schemas.openxmlformats.org/drawingml/2006/main">
              <a:ext uri="{FF2B5EF4-FFF2-40B4-BE49-F238E27FC236}">
                <a16:creationId xmlns:a16="http://schemas.microsoft.com/office/drawing/2014/main" id="{457B1994-123D-4818-A6E4-95F7885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33875"/>
            <a:ext cx="1371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建设内容片段</a:t>
            </a:r>
          </a:p>
        </p:txBody>
      </p:sp>
      <p:sp>
        <p:nvSpPr>
          <p:cNvPr id="164" name="文字-164-功能清单片段">
            <a:extLst xmlns:a="http://schemas.openxmlformats.org/drawingml/2006/main">
              <a:ext uri="{FF2B5EF4-FFF2-40B4-BE49-F238E27FC236}">
                <a16:creationId xmlns:a16="http://schemas.microsoft.com/office/drawing/2014/main" id="{3CF323DE-BD07-4305-B1A9-5A40BC83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33875"/>
            <a:ext cx="1371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功能清单片段</a:t>
            </a:r>
          </a:p>
        </p:txBody>
      </p:sp>
      <p:sp>
        <p:nvSpPr>
          <p:cNvPr id="165" name="图形-165">
            <a:extLst xmlns:a="http://schemas.openxmlformats.org/drawingml/2006/main">
              <a:ext uri="{FF2B5EF4-FFF2-40B4-BE49-F238E27FC236}">
                <a16:creationId xmlns:a16="http://schemas.microsoft.com/office/drawing/2014/main" id="{5DE1A347-559D-45E4-B5D5-99E3E36A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5240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图形-166">
            <a:extLst xmlns:a="http://schemas.openxmlformats.org/drawingml/2006/main">
              <a:ext uri="{FF2B5EF4-FFF2-40B4-BE49-F238E27FC236}">
                <a16:creationId xmlns:a16="http://schemas.microsoft.com/office/drawing/2014/main" id="{B04E98AB-D8DB-49AD-B436-4D0491A6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572000"/>
            <a:ext cx="15240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图形-167">
            <a:extLst xmlns:a="http://schemas.openxmlformats.org/drawingml/2006/main">
              <a:ext uri="{FF2B5EF4-FFF2-40B4-BE49-F238E27FC236}">
                <a16:creationId xmlns:a16="http://schemas.microsoft.com/office/drawing/2014/main" id="{6466A5AF-22A1-4819-9AC3-F8825B2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67250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6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68" name="图形-168">
            <a:extLst xmlns:a="http://schemas.openxmlformats.org/drawingml/2006/main">
              <a:ext uri="{FF2B5EF4-FFF2-40B4-BE49-F238E27FC236}">
                <a16:creationId xmlns:a16="http://schemas.microsoft.com/office/drawing/2014/main" id="{DB81672F-B0A5-46E4-81E1-CDEB5967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9582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6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69" name="图形-169">
            <a:extLst xmlns:a="http://schemas.openxmlformats.org/drawingml/2006/main">
              <a:ext uri="{FF2B5EF4-FFF2-40B4-BE49-F238E27FC236}">
                <a16:creationId xmlns:a16="http://schemas.microsoft.com/office/drawing/2014/main" id="{003E3290-A8D6-496D-9E00-5209D6AE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70" name="文字-170-语义编码器">
            <a:extLst xmlns:a="http://schemas.openxmlformats.org/drawingml/2006/main">
              <a:ext uri="{FF2B5EF4-FFF2-40B4-BE49-F238E27FC236}">
                <a16:creationId xmlns:a16="http://schemas.microsoft.com/office/drawing/2014/main" id="{43B9B5C7-4C52-455F-91A0-BE41537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语义编码器</a:t>
            </a:r>
          </a:p>
        </p:txBody>
      </p:sp>
      <p:sp>
        <p:nvSpPr>
          <p:cNvPr id="171" name="图形-171">
            <a:extLst xmlns:a="http://schemas.openxmlformats.org/drawingml/2006/main">
              <a:ext uri="{FF2B5EF4-FFF2-40B4-BE49-F238E27FC236}">
                <a16:creationId xmlns:a16="http://schemas.microsoft.com/office/drawing/2014/main" id="{AFBFA6AD-0811-4774-811D-B1AE5B95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0292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文字-172-Pooling">
            <a:extLst xmlns:a="http://schemas.openxmlformats.org/drawingml/2006/main">
              <a:ext uri="{FF2B5EF4-FFF2-40B4-BE49-F238E27FC236}">
                <a16:creationId xmlns:a16="http://schemas.microsoft.com/office/drawing/2014/main" id="{A76B4C90-D697-4B0A-9195-BAACCB1D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1219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Pooling</a:t>
            </a:r>
          </a:p>
        </p:txBody>
      </p:sp>
      <p:sp>
        <p:nvSpPr>
          <p:cNvPr id="173" name="图形-173">
            <a:extLst xmlns:a="http://schemas.openxmlformats.org/drawingml/2006/main">
              <a:ext uri="{FF2B5EF4-FFF2-40B4-BE49-F238E27FC236}">
                <a16:creationId xmlns:a16="http://schemas.microsoft.com/office/drawing/2014/main" id="{148FF00B-9C24-4549-82AA-8EA5EF30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4" name="图形-174">
            <a:extLst xmlns:a="http://schemas.openxmlformats.org/drawingml/2006/main">
              <a:ext uri="{FF2B5EF4-FFF2-40B4-BE49-F238E27FC236}">
                <a16:creationId xmlns:a16="http://schemas.microsoft.com/office/drawing/2014/main" id="{F919336C-4AC2-4BB3-8B56-709A3589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5" name="图形-175">
            <a:extLst xmlns:a="http://schemas.openxmlformats.org/drawingml/2006/main">
              <a:ext uri="{FF2B5EF4-FFF2-40B4-BE49-F238E27FC236}">
                <a16:creationId xmlns:a16="http://schemas.microsoft.com/office/drawing/2014/main" id="{2421234F-23B0-4078-9A4E-99A61622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6" name="图形-176">
            <a:extLst xmlns:a="http://schemas.openxmlformats.org/drawingml/2006/main">
              <a:ext uri="{FF2B5EF4-FFF2-40B4-BE49-F238E27FC236}">
                <a16:creationId xmlns:a16="http://schemas.microsoft.com/office/drawing/2014/main" id="{FC46102E-81B3-4C36-859E-B491785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7" name="图形-177">
            <a:extLst xmlns:a="http://schemas.openxmlformats.org/drawingml/2006/main">
              <a:ext uri="{FF2B5EF4-FFF2-40B4-BE49-F238E27FC236}">
                <a16:creationId xmlns:a16="http://schemas.microsoft.com/office/drawing/2014/main" id="{1C7762D6-E1F1-4C99-9B60-FEE36FAB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8" name="图形-178">
            <a:extLst xmlns:a="http://schemas.openxmlformats.org/drawingml/2006/main">
              <a:ext uri="{FF2B5EF4-FFF2-40B4-BE49-F238E27FC236}">
                <a16:creationId xmlns:a16="http://schemas.microsoft.com/office/drawing/2014/main" id="{F4906F40-84BA-4269-A5D2-75D833A0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9" name="图形-179">
            <a:extLst xmlns:a="http://schemas.openxmlformats.org/drawingml/2006/main">
              <a:ext uri="{FF2B5EF4-FFF2-40B4-BE49-F238E27FC236}">
                <a16:creationId xmlns:a16="http://schemas.microsoft.com/office/drawing/2014/main" id="{F029C26B-B8F7-47F6-A7CC-CD397AA3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80" name="图形-180">
            <a:extLst xmlns:a="http://schemas.openxmlformats.org/drawingml/2006/main">
              <a:ext uri="{FF2B5EF4-FFF2-40B4-BE49-F238E27FC236}">
                <a16:creationId xmlns:a16="http://schemas.microsoft.com/office/drawing/2014/main" id="{6CD36E64-EFC1-49B1-A473-1E272D64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81" name="图形-181">
            <a:extLst xmlns:a="http://schemas.openxmlformats.org/drawingml/2006/main">
              <a:ext uri="{FF2B5EF4-FFF2-40B4-BE49-F238E27FC236}">
                <a16:creationId xmlns:a16="http://schemas.microsoft.com/office/drawing/2014/main" id="{903795DA-8FC9-4B39-AE52-1BD8601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6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82" name="图形-182">
            <a:extLst xmlns:a="http://schemas.openxmlformats.org/drawingml/2006/main">
              <a:ext uri="{FF2B5EF4-FFF2-40B4-BE49-F238E27FC236}">
                <a16:creationId xmlns:a16="http://schemas.microsoft.com/office/drawing/2014/main" id="{067C7E2E-7A3B-4E8F-90BC-0F2CE30A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9582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6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83" name="图形-183">
            <a:extLst xmlns:a="http://schemas.openxmlformats.org/drawingml/2006/main">
              <a:ext uri="{FF2B5EF4-FFF2-40B4-BE49-F238E27FC236}">
                <a16:creationId xmlns:a16="http://schemas.microsoft.com/office/drawing/2014/main" id="{0CEE962F-BC88-45FE-9ABC-4969EE1B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84" name="文字-184-语义编码器">
            <a:extLst xmlns:a="http://schemas.openxmlformats.org/drawingml/2006/main">
              <a:ext uri="{FF2B5EF4-FFF2-40B4-BE49-F238E27FC236}">
                <a16:creationId xmlns:a16="http://schemas.microsoft.com/office/drawing/2014/main" id="{C8A16FC8-DB26-4200-B977-9E216CC5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语义编码器</a:t>
            </a:r>
          </a:p>
        </p:txBody>
      </p:sp>
      <p:sp>
        <p:nvSpPr>
          <p:cNvPr id="185" name="图形-185">
            <a:extLst xmlns:a="http://schemas.openxmlformats.org/drawingml/2006/main">
              <a:ext uri="{FF2B5EF4-FFF2-40B4-BE49-F238E27FC236}">
                <a16:creationId xmlns:a16="http://schemas.microsoft.com/office/drawing/2014/main" id="{22FABC99-065B-48A8-B5EF-C1C0A87F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292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文字-186-Pooling">
            <a:extLst xmlns:a="http://schemas.openxmlformats.org/drawingml/2006/main">
              <a:ext uri="{FF2B5EF4-FFF2-40B4-BE49-F238E27FC236}">
                <a16:creationId xmlns:a16="http://schemas.microsoft.com/office/drawing/2014/main" id="{6FC42F89-5D66-4065-B4E3-0DD9C33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1219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Pooling</a:t>
            </a:r>
          </a:p>
        </p:txBody>
      </p:sp>
      <p:sp>
        <p:nvSpPr>
          <p:cNvPr id="187" name="图形-187">
            <a:extLst xmlns:a="http://schemas.openxmlformats.org/drawingml/2006/main">
              <a:ext uri="{FF2B5EF4-FFF2-40B4-BE49-F238E27FC236}">
                <a16:creationId xmlns:a16="http://schemas.microsoft.com/office/drawing/2014/main" id="{AE14CFBE-44AC-4BBC-BA2D-07988AD5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88" name="图形-188">
            <a:extLst xmlns:a="http://schemas.openxmlformats.org/drawingml/2006/main">
              <a:ext uri="{FF2B5EF4-FFF2-40B4-BE49-F238E27FC236}">
                <a16:creationId xmlns:a16="http://schemas.microsoft.com/office/drawing/2014/main" id="{AC3A765D-DC90-4F2E-8409-7D9193E7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89" name="图形-189">
            <a:extLst xmlns:a="http://schemas.openxmlformats.org/drawingml/2006/main">
              <a:ext uri="{FF2B5EF4-FFF2-40B4-BE49-F238E27FC236}">
                <a16:creationId xmlns:a16="http://schemas.microsoft.com/office/drawing/2014/main" id="{1CF70288-C9B2-42E9-8D99-8052B15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0" name="图形-190">
            <a:extLst xmlns:a="http://schemas.openxmlformats.org/drawingml/2006/main">
              <a:ext uri="{FF2B5EF4-FFF2-40B4-BE49-F238E27FC236}">
                <a16:creationId xmlns:a16="http://schemas.microsoft.com/office/drawing/2014/main" id="{D5B8204B-2CFF-40FE-B343-C81D49FD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1" name="图形-191">
            <a:extLst xmlns:a="http://schemas.openxmlformats.org/drawingml/2006/main">
              <a:ext uri="{FF2B5EF4-FFF2-40B4-BE49-F238E27FC236}">
                <a16:creationId xmlns:a16="http://schemas.microsoft.com/office/drawing/2014/main" id="{7C38FCE7-E4C7-4B08-A31F-E311C6A5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2" name="图形-192">
            <a:extLst xmlns:a="http://schemas.openxmlformats.org/drawingml/2006/main">
              <a:ext uri="{FF2B5EF4-FFF2-40B4-BE49-F238E27FC236}">
                <a16:creationId xmlns:a16="http://schemas.microsoft.com/office/drawing/2014/main" id="{79F5864C-FB16-4D20-92F0-6148F83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3" name="图形-193">
            <a:extLst xmlns:a="http://schemas.openxmlformats.org/drawingml/2006/main">
              <a:ext uri="{FF2B5EF4-FFF2-40B4-BE49-F238E27FC236}">
                <a16:creationId xmlns:a16="http://schemas.microsoft.com/office/drawing/2014/main" id="{276A9EC2-D517-4674-B7F9-E33E048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4" name="图形-194">
            <a:extLst xmlns:a="http://schemas.openxmlformats.org/drawingml/2006/main">
              <a:ext uri="{FF2B5EF4-FFF2-40B4-BE49-F238E27FC236}">
                <a16:creationId xmlns:a16="http://schemas.microsoft.com/office/drawing/2014/main" id="{D61858EF-0531-481A-8EDE-FACF230F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5" name="文字-195-共享权重">
            <a:extLst xmlns:a="http://schemas.openxmlformats.org/drawingml/2006/main">
              <a:ext uri="{FF2B5EF4-FFF2-40B4-BE49-F238E27FC236}">
                <a16:creationId xmlns:a16="http://schemas.microsoft.com/office/drawing/2014/main" id="{932AAF5D-FBF7-4525-90F1-A93CE42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6767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共</a:t>
            </a:r>
          </a:p>
          <a:p xmlns:a="http://schemas.openxmlformats.org/drawingml/2006/main">
            <a: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享</a:t>
            </a:r>
          </a:p>
          <a:p xmlns:a="http://schemas.openxmlformats.org/drawingml/2006/main">
            <a: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权</a:t>
            </a:r>
          </a:p>
          <a:p xmlns:a="http://schemas.openxmlformats.org/drawingml/2006/main">
            <a: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重</a:t>
            </a:r>
          </a:p>
        </p:txBody>
      </p:sp>
      <p:sp>
        <p:nvSpPr>
          <p:cNvPr id="196" name="图形-196">
            <a:extLst xmlns:a="http://schemas.openxmlformats.org/drawingml/2006/main">
              <a:ext uri="{FF2B5EF4-FFF2-40B4-BE49-F238E27FC236}">
                <a16:creationId xmlns:a16="http://schemas.microsoft.com/office/drawing/2014/main" id="{6C89CCE5-B27A-4ACB-8E35-767AD943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95900" y="54959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97" name="图形-197">
            <a:extLst xmlns:a="http://schemas.openxmlformats.org/drawingml/2006/main">
              <a:ext uri="{FF2B5EF4-FFF2-40B4-BE49-F238E27FC236}">
                <a16:creationId xmlns:a16="http://schemas.microsoft.com/office/drawing/2014/main" id="{BE3E404B-7791-47EB-B137-6D22D1D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54959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98" name="图形-198">
            <a:extLst xmlns:a="http://schemas.openxmlformats.org/drawingml/2006/main">
              <a:ext uri="{FF2B5EF4-FFF2-40B4-BE49-F238E27FC236}">
                <a16:creationId xmlns:a16="http://schemas.microsoft.com/office/drawing/2014/main" id="{C2116AC5-345B-492B-B79D-499A1517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95900" y="5581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99" name="图形-199">
            <a:extLst xmlns:a="http://schemas.openxmlformats.org/drawingml/2006/main">
              <a:ext uri="{FF2B5EF4-FFF2-40B4-BE49-F238E27FC236}">
                <a16:creationId xmlns:a16="http://schemas.microsoft.com/office/drawing/2014/main" id="{DB550D9E-5630-481F-8B10-544915D7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81650"/>
            <a:ext cx="15240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文字-200-Sᵢⱼ = cos(hᵢ, hⱼ)">
            <a:extLst xmlns:a="http://schemas.openxmlformats.org/drawingml/2006/main">
              <a:ext uri="{FF2B5EF4-FFF2-40B4-BE49-F238E27FC236}">
                <a16:creationId xmlns:a16="http://schemas.microsoft.com/office/drawing/2014/main" id="{776E75DA-1CAB-4616-A92B-9F25448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7054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Sᵢⱼ = cos(hᵢ, hⱼ)</a:t>
            </a:r>
          </a:p>
        </p:txBody>
      </p:sp>
      <p:sp>
        <p:nvSpPr>
          <p:cNvPr id="201" name="图形-201">
            <a:extLst xmlns:a="http://schemas.openxmlformats.org/drawingml/2006/main">
              <a:ext uri="{FF2B5EF4-FFF2-40B4-BE49-F238E27FC236}">
                <a16:creationId xmlns:a16="http://schemas.microsoft.com/office/drawing/2014/main" id="{193E1225-0021-4825-A1B5-2C66D9DD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2" name="图形-202">
            <a:extLst xmlns:a="http://schemas.openxmlformats.org/drawingml/2006/main">
              <a:ext uri="{FF2B5EF4-FFF2-40B4-BE49-F238E27FC236}">
                <a16:creationId xmlns:a16="http://schemas.microsoft.com/office/drawing/2014/main" id="{8C2306DB-CC44-46CC-B1E9-86E497E2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3" name="图形-203">
            <a:extLst xmlns:a="http://schemas.openxmlformats.org/drawingml/2006/main">
              <a:ext uri="{FF2B5EF4-FFF2-40B4-BE49-F238E27FC236}">
                <a16:creationId xmlns:a16="http://schemas.microsoft.com/office/drawing/2014/main" id="{0AF3657A-B9C3-4C59-B4A6-2ABCB365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AD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4" name="图形-204">
            <a:extLst xmlns:a="http://schemas.openxmlformats.org/drawingml/2006/main">
              <a:ext uri="{FF2B5EF4-FFF2-40B4-BE49-F238E27FC236}">
                <a16:creationId xmlns:a16="http://schemas.microsoft.com/office/drawing/2014/main" id="{BE9228FB-DA57-48A6-8BAA-1258D37B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5" name="图形-205">
            <a:extLst xmlns:a="http://schemas.openxmlformats.org/drawingml/2006/main">
              <a:ext uri="{FF2B5EF4-FFF2-40B4-BE49-F238E27FC236}">
                <a16:creationId xmlns:a16="http://schemas.microsoft.com/office/drawing/2014/main" id="{A329FCF4-0E72-4C73-81DE-B8C6FFA3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05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6" name="图形-206">
            <a:extLst xmlns:a="http://schemas.openxmlformats.org/drawingml/2006/main">
              <a:ext uri="{FF2B5EF4-FFF2-40B4-BE49-F238E27FC236}">
                <a16:creationId xmlns:a16="http://schemas.microsoft.com/office/drawing/2014/main" id="{543B514A-64A6-46D1-B5E3-0BFAEEC2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5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7" name="图形-207">
            <a:extLst xmlns:a="http://schemas.openxmlformats.org/drawingml/2006/main">
              <a:ext uri="{FF2B5EF4-FFF2-40B4-BE49-F238E27FC236}">
                <a16:creationId xmlns:a16="http://schemas.microsoft.com/office/drawing/2014/main" id="{5E1D831D-0D0B-415B-B2B8-A6FA0969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05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8" name="图形-208">
            <a:extLst xmlns:a="http://schemas.openxmlformats.org/drawingml/2006/main">
              <a:ext uri="{FF2B5EF4-FFF2-40B4-BE49-F238E27FC236}">
                <a16:creationId xmlns:a16="http://schemas.microsoft.com/office/drawing/2014/main" id="{0CB35FBC-AB27-42E1-B22F-9B34C157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05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AD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9" name="图形-209">
            <a:extLst xmlns:a="http://schemas.openxmlformats.org/drawingml/2006/main">
              <a:ext uri="{FF2B5EF4-FFF2-40B4-BE49-F238E27FC236}">
                <a16:creationId xmlns:a16="http://schemas.microsoft.com/office/drawing/2014/main" id="{6E0996E5-8B88-4E8D-94E3-3C3588B3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AD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0" name="图形-210">
            <a:extLst xmlns:a="http://schemas.openxmlformats.org/drawingml/2006/main">
              <a:ext uri="{FF2B5EF4-FFF2-40B4-BE49-F238E27FC236}">
                <a16:creationId xmlns:a16="http://schemas.microsoft.com/office/drawing/2014/main" id="{3273C795-0001-4756-8BD2-7361975A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1" name="图形-211">
            <a:extLst xmlns:a="http://schemas.openxmlformats.org/drawingml/2006/main">
              <a:ext uri="{FF2B5EF4-FFF2-40B4-BE49-F238E27FC236}">
                <a16:creationId xmlns:a16="http://schemas.microsoft.com/office/drawing/2014/main" id="{5BA6E245-7E1C-486B-9047-9CBC9F8D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2" name="图形-212">
            <a:extLst xmlns:a="http://schemas.openxmlformats.org/drawingml/2006/main">
              <a:ext uri="{FF2B5EF4-FFF2-40B4-BE49-F238E27FC236}">
                <a16:creationId xmlns:a16="http://schemas.microsoft.com/office/drawing/2014/main" id="{DCF88E6A-633C-4E12-9CA6-A8123219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3" name="图形-213">
            <a:extLst xmlns:a="http://schemas.openxmlformats.org/drawingml/2006/main">
              <a:ext uri="{FF2B5EF4-FFF2-40B4-BE49-F238E27FC236}">
                <a16:creationId xmlns:a16="http://schemas.microsoft.com/office/drawing/2014/main" id="{B51CAF4C-9E72-4A28-9D4F-E5810014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22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4" name="图形-214">
            <a:extLst xmlns:a="http://schemas.openxmlformats.org/drawingml/2006/main">
              <a:ext uri="{FF2B5EF4-FFF2-40B4-BE49-F238E27FC236}">
                <a16:creationId xmlns:a16="http://schemas.microsoft.com/office/drawing/2014/main" id="{03C92014-E29F-4B9D-A028-347D73FC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22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5" name="图形-215">
            <a:extLst xmlns:a="http://schemas.openxmlformats.org/drawingml/2006/main">
              <a:ext uri="{FF2B5EF4-FFF2-40B4-BE49-F238E27FC236}">
                <a16:creationId xmlns:a16="http://schemas.microsoft.com/office/drawing/2014/main" id="{C1081DA2-969A-4C96-B81F-8E24901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22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6" name="图形-216">
            <a:extLst xmlns:a="http://schemas.openxmlformats.org/drawingml/2006/main">
              <a:ext uri="{FF2B5EF4-FFF2-40B4-BE49-F238E27FC236}">
                <a16:creationId xmlns:a16="http://schemas.microsoft.com/office/drawing/2014/main" id="{92C28036-9B77-41DB-BB6B-5DCBF2E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2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7" name="图形-217">
            <a:extLst xmlns:a="http://schemas.openxmlformats.org/drawingml/2006/main">
              <a:ext uri="{FF2B5EF4-FFF2-40B4-BE49-F238E27FC236}">
                <a16:creationId xmlns:a16="http://schemas.microsoft.com/office/drawing/2014/main" id="{0F641394-3895-4677-9180-65A6C67D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19825"/>
            <a:ext cx="3429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3533"/>
            </a:solidFill>
            <a:prstDash val="solid"/>
          </a:ln>
        </p:spPr>
      </p:sp>
      <p:sp>
        <p:nvSpPr>
          <p:cNvPr id="218" name="文字-218-示意">
            <a:extLst xmlns:a="http://schemas.openxmlformats.org/drawingml/2006/main">
              <a:ext uri="{FF2B5EF4-FFF2-40B4-BE49-F238E27FC236}">
                <a16:creationId xmlns:a16="http://schemas.microsoft.com/office/drawing/2014/main" id="{DD4835E4-AB8E-48B1-9AED-CA5C30C4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86475"/>
            <a:ext cx="371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示意</a:t>
            </a:r>
          </a:p>
        </p:txBody>
      </p:sp>
      <p:sp>
        <p:nvSpPr>
          <p:cNvPr id="219" name="文字-219-疑似重复候选 / 对应关系缺口">
            <a:extLst xmlns:a="http://schemas.openxmlformats.org/drawingml/2006/main">
              <a:ext uri="{FF2B5EF4-FFF2-40B4-BE49-F238E27FC236}">
                <a16:creationId xmlns:a16="http://schemas.microsoft.com/office/drawing/2014/main" id="{44A5F561-63AB-4A87-9ADD-633D91E4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9721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疑似重复候选 / 对应关系缺口</a:t>
            </a:r>
          </a:p>
        </p:txBody>
      </p:sp>
      <p:sp>
        <p:nvSpPr>
          <p:cNvPr id="220" name="文字-220-结合规则与上下文复核">
            <a:extLst xmlns:a="http://schemas.openxmlformats.org/drawingml/2006/main">
              <a:ext uri="{FF2B5EF4-FFF2-40B4-BE49-F238E27FC236}">
                <a16:creationId xmlns:a16="http://schemas.microsoft.com/office/drawing/2014/main" id="{18377934-1547-40FD-8E0A-1E4308CA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81725"/>
            <a:ext cx="2324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结合规则与上下文复核</a:t>
            </a:r>
          </a:p>
        </p:txBody>
      </p:sp>
      <p:sp>
        <p:nvSpPr>
          <p:cNvPr id="221" name="图形-221">
            <a:extLst xmlns:a="http://schemas.openxmlformats.org/drawingml/2006/main">
              <a:ext uri="{FF2B5EF4-FFF2-40B4-BE49-F238E27FC236}">
                <a16:creationId xmlns:a16="http://schemas.microsoft.com/office/drawing/2014/main" id="{729BBEB4-AAC9-4D83-BC75-5E209570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43500"/>
            <a:ext cx="228600" cy="3524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22" name="文字-222-证据检索与结论核验 [3]">
            <a:extLst xmlns:a="http://schemas.openxmlformats.org/drawingml/2006/main">
              <a:ext uri="{FF2B5EF4-FFF2-40B4-BE49-F238E27FC236}">
                <a16:creationId xmlns:a16="http://schemas.microsoft.com/office/drawing/2014/main" id="{DCB15EE2-0E56-46A8-8153-1536D0E4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43350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证据检索与结论核验 [3]</a:t>
            </a:r>
          </a:p>
        </p:txBody>
      </p:sp>
      <p:sp>
        <p:nvSpPr>
          <p:cNvPr id="223" name="图形-223">
            <a:extLst xmlns:a="http://schemas.openxmlformats.org/drawingml/2006/main">
              <a:ext uri="{FF2B5EF4-FFF2-40B4-BE49-F238E27FC236}">
                <a16:creationId xmlns:a16="http://schemas.microsoft.com/office/drawing/2014/main" id="{92A6D7E7-9F37-4AEC-B882-6F6D7871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95775"/>
            <a:ext cx="1362075" cy="4000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</p:sp>
      <p:sp>
        <p:nvSpPr>
          <p:cNvPr id="224" name="文字-224-规则 / 政策库">
            <a:extLst xmlns:a="http://schemas.openxmlformats.org/drawingml/2006/main">
              <a:ext uri="{FF2B5EF4-FFF2-40B4-BE49-F238E27FC236}">
                <a16:creationId xmlns:a16="http://schemas.microsoft.com/office/drawing/2014/main" id="{81E1E674-9B64-4C55-A58F-CCAE060C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1323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 / 政策库</a:t>
            </a:r>
          </a:p>
        </p:txBody>
      </p:sp>
      <p:sp>
        <p:nvSpPr>
          <p:cNvPr id="225" name="文字-225-待核验事项">
            <a:extLst xmlns:a="http://schemas.openxmlformats.org/drawingml/2006/main">
              <a:ext uri="{FF2B5EF4-FFF2-40B4-BE49-F238E27FC236}">
                <a16:creationId xmlns:a16="http://schemas.microsoft.com/office/drawing/2014/main" id="{B142512D-BE06-47EA-836B-99C72E6C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457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待核验事项</a:t>
            </a:r>
          </a:p>
        </p:txBody>
      </p:sp>
      <p:sp>
        <p:nvSpPr>
          <p:cNvPr id="226" name="图形-226">
            <a:extLst xmlns:a="http://schemas.openxmlformats.org/drawingml/2006/main">
              <a:ext uri="{FF2B5EF4-FFF2-40B4-BE49-F238E27FC236}">
                <a16:creationId xmlns:a16="http://schemas.microsoft.com/office/drawing/2014/main" id="{D2D1EBF8-DBD7-483C-8832-4D69EEB7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58275" y="46863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227" name="图形-227">
            <a:extLst xmlns:a="http://schemas.openxmlformats.org/drawingml/2006/main">
              <a:ext uri="{FF2B5EF4-FFF2-40B4-BE49-F238E27FC236}">
                <a16:creationId xmlns:a16="http://schemas.microsoft.com/office/drawing/2014/main" id="{C252FF8C-ECE4-4FDF-A833-E517E42B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48950" y="46482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228" name="图形-228">
            <a:extLst xmlns:a="http://schemas.openxmlformats.org/drawingml/2006/main">
              <a:ext uri="{FF2B5EF4-FFF2-40B4-BE49-F238E27FC236}">
                <a16:creationId xmlns:a16="http://schemas.microsoft.com/office/drawing/2014/main" id="{3AEDE9E2-F8FC-4FE8-94AB-B7895386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58275" y="4781550"/>
            <a:ext cx="159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229" name="图形-229">
            <a:extLst xmlns:a="http://schemas.openxmlformats.org/drawingml/2006/main">
              <a:ext uri="{FF2B5EF4-FFF2-40B4-BE49-F238E27FC236}">
                <a16:creationId xmlns:a16="http://schemas.microsoft.com/office/drawing/2014/main" id="{ED6E164B-2B25-452B-B928-D77F6DBC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781550"/>
            <a:ext cx="161925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文字-230-证据检索与筛选">
            <a:extLst xmlns:a="http://schemas.openxmlformats.org/drawingml/2006/main">
              <a:ext uri="{FF2B5EF4-FFF2-40B4-BE49-F238E27FC236}">
                <a16:creationId xmlns:a16="http://schemas.microsoft.com/office/drawing/2014/main" id="{4DB6B264-F83F-4F36-9B01-9F5A233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证据检索与筛选</a:t>
            </a:r>
          </a:p>
        </p:txBody>
      </p:sp>
      <p:sp>
        <p:nvSpPr>
          <p:cNvPr id="231" name="图形-231">
            <a:extLst xmlns:a="http://schemas.openxmlformats.org/drawingml/2006/main">
              <a:ext uri="{FF2B5EF4-FFF2-40B4-BE49-F238E27FC236}">
                <a16:creationId xmlns:a16="http://schemas.microsoft.com/office/drawing/2014/main" id="{5A501930-ECF2-41CD-920C-5C351984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210175"/>
            <a:ext cx="161925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文字-232-[e1] 报告原文及所在章节">
            <a:extLst xmlns:a="http://schemas.openxmlformats.org/drawingml/2006/main">
              <a:ext uri="{FF2B5EF4-FFF2-40B4-BE49-F238E27FC236}">
                <a16:creationId xmlns:a16="http://schemas.microsoft.com/office/drawing/2014/main" id="{0B8211E6-2BA3-436A-80E5-4947BBDA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24475"/>
            <a:ext cx="2847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[e1] 报告原文及所在章节</a:t>
            </a:r>
          </a:p>
        </p:txBody>
      </p:sp>
      <p:sp>
        <p:nvSpPr>
          <p:cNvPr id="233" name="文字-233-[e2] 政策条款及适用范围">
            <a:extLst xmlns:a="http://schemas.openxmlformats.org/drawingml/2006/main">
              <a:ext uri="{FF2B5EF4-FFF2-40B4-BE49-F238E27FC236}">
                <a16:creationId xmlns:a16="http://schemas.microsoft.com/office/drawing/2014/main" id="{1941732F-EDFF-43F2-9384-545F48BB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95925"/>
            <a:ext cx="2847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[e2] 政策条款及适用范围</a:t>
            </a:r>
          </a:p>
        </p:txBody>
      </p:sp>
      <p:sp>
        <p:nvSpPr>
          <p:cNvPr id="234" name="文字-234-[e3] 关联附表与对应功能">
            <a:extLst xmlns:a="http://schemas.openxmlformats.org/drawingml/2006/main">
              <a:ext uri="{FF2B5EF4-FFF2-40B4-BE49-F238E27FC236}">
                <a16:creationId xmlns:a16="http://schemas.microsoft.com/office/drawing/2014/main" id="{3C58D126-299C-4C81-AEEF-15AB3E7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67375"/>
            <a:ext cx="2847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[e3] 关联附表与对应功能</a:t>
            </a:r>
          </a:p>
        </p:txBody>
      </p:sp>
      <p:sp>
        <p:nvSpPr>
          <p:cNvPr id="235" name="图形-235">
            <a:extLst xmlns:a="http://schemas.openxmlformats.org/drawingml/2006/main">
              <a:ext uri="{FF2B5EF4-FFF2-40B4-BE49-F238E27FC236}">
                <a16:creationId xmlns:a16="http://schemas.microsoft.com/office/drawing/2014/main" id="{908FCBB7-40E0-4655-AA6E-01AF1124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857875"/>
            <a:ext cx="161925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文字-236-规则校验 + 语义核验">
            <a:extLst xmlns:a="http://schemas.openxmlformats.org/drawingml/2006/main">
              <a:ext uri="{FF2B5EF4-FFF2-40B4-BE49-F238E27FC236}">
                <a16:creationId xmlns:a16="http://schemas.microsoft.com/office/drawing/2014/main" id="{A8CC5C74-29D2-4593-B17B-777F57D0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9817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规则校验 + 语义核验</a:t>
            </a:r>
          </a:p>
        </p:txBody>
      </p:sp>
      <p:sp>
        <p:nvSpPr>
          <p:cNvPr id="237" name="文字-237-证据支持">
            <a:extLst xmlns:a="http://schemas.openxmlformats.org/drawingml/2006/main">
              <a:ext uri="{FF2B5EF4-FFF2-40B4-BE49-F238E27FC236}">
                <a16:creationId xmlns:a16="http://schemas.microsoft.com/office/drawing/2014/main" id="{80DF6A06-434D-4F05-A53E-52604CD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238875"/>
            <a:ext cx="962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7"/>
          </a:solidFill>
          <a:ln xmlns:a="http://schemas.openxmlformats.org/drawingml/2006/main" w="5715">
            <a:solidFill>
              <a:srgbClr val="155DA5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证据支持</a:t>
            </a:r>
          </a:p>
        </p:txBody>
      </p:sp>
      <p:sp>
        <p:nvSpPr>
          <p:cNvPr id="238" name="文字-238-发现冲突">
            <a:extLst xmlns:a="http://schemas.openxmlformats.org/drawingml/2006/main">
              <a:ext uri="{FF2B5EF4-FFF2-40B4-BE49-F238E27FC236}">
                <a16:creationId xmlns:a16="http://schemas.microsoft.com/office/drawing/2014/main" id="{A8494FD3-2810-4F63-A030-C7A85EF5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38875"/>
            <a:ext cx="962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5"/>
          </a:solidFill>
          <a:ln xmlns:a="http://schemas.openxmlformats.org/drawingml/2006/main" w="5715">
            <a:solidFill>
              <a:srgbClr val="A5353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发现冲突</a:t>
            </a:r>
          </a:p>
        </p:txBody>
      </p:sp>
      <p:sp>
        <p:nvSpPr>
          <p:cNvPr id="239" name="文字-239-材料不足">
            <a:extLst xmlns:a="http://schemas.openxmlformats.org/drawingml/2006/main">
              <a:ext uri="{FF2B5EF4-FFF2-40B4-BE49-F238E27FC236}">
                <a16:creationId xmlns:a16="http://schemas.microsoft.com/office/drawing/2014/main" id="{A35EC325-15BC-415D-9432-B5ECA439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38875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999999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材料不足</a:t>
            </a:r>
          </a:p>
        </p:txBody>
      </p:sp>
      <p:sp>
        <p:nvSpPr>
          <p:cNvPr id="240" name="文字-240-■  方法图依据论文改绘，匹配矩阵为示意；审查结果保留原文与规则依据，并经人工复核">
            <a:extLst xmlns:a="http://schemas.openxmlformats.org/drawingml/2006/main">
              <a:ext uri="{FF2B5EF4-FFF2-40B4-BE49-F238E27FC236}">
                <a16:creationId xmlns:a16="http://schemas.microsoft.com/office/drawing/2014/main" id="{C44492E9-2AAC-486A-A5BB-B977DC02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11001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■  方法图依据论文改绘，匹配矩阵为示意；审查结果保留原文与规则依据，并经人工复核</a:t>
            </a:r>
          </a:p>
        </p:txBody>
      </p:sp>
      <p:sp>
        <p:nvSpPr>
          <p:cNvPr id="241" name="文字-241-[1] Huang et al., LayoutLMv3, ACM MM 2022.   [2] Reimers &amp; Gurevych, Sentence-BERT, EMNLP 2019.   [3] Thorne et al., FEVER, NAACL 2018.">
            <a:extLst xmlns:a="http://schemas.openxmlformats.org/drawingml/2006/main">
              <a:ext uri="{FF2B5EF4-FFF2-40B4-BE49-F238E27FC236}">
                <a16:creationId xmlns:a16="http://schemas.microsoft.com/office/drawing/2014/main" id="{F050612A-CEC2-459C-9AA4-D3A6FE6D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05600"/>
            <a:ext cx="11049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1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81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 Huang et al., LayoutLMv3, ACM MM 2022.   [2] Reimers &amp; Gurevych, Sentence-BERT, EMNLP 2019.   [3] Thorne et al., FEVER, NAACL 2018.</a:t>
            </a:r>
          </a:p>
        </p:txBody>
      </p:sp>
      <p:sp>
        <p:nvSpPr>
          <p:cNvPr id="242" name="文字-242-1">
            <a:extLst xmlns:a="http://schemas.openxmlformats.org/drawingml/2006/main">
              <a:ext uri="{FF2B5EF4-FFF2-40B4-BE49-F238E27FC236}">
                <a16:creationId xmlns:a16="http://schemas.microsoft.com/office/drawing/2014/main" id="{DB1A428A-82D2-40DF-856D-345B6E7E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4770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8937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2026-10-11T06:38:09.7110000Z</dcterms:created>
  <dcterms:modified xsi:type="dcterms:W3CDTF">2026-10-11T06:38:09.7110000Z</dcterms:modified>
</coreProperties>
</file>